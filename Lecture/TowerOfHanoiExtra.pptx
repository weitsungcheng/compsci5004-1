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8" r:id="rId3"/>
    <p:sldId id="257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DA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629" autoAdjust="0"/>
  </p:normalViewPr>
  <p:slideViewPr>
    <p:cSldViewPr snapToGrid="0" snapToObjects="1">
      <p:cViewPr varScale="1">
        <p:scale>
          <a:sx n="44" d="100"/>
          <a:sy n="44" d="100"/>
        </p:scale>
        <p:origin x="-106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B5C1-9FA4-2944-A1B6-7467E2296B10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063B-42A1-4540-95B9-27D2CF0C4B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B5C1-9FA4-2944-A1B6-7467E2296B10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063B-42A1-4540-95B9-27D2CF0C4B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B5C1-9FA4-2944-A1B6-7467E2296B10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063B-42A1-4540-95B9-27D2CF0C4B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B5C1-9FA4-2944-A1B6-7467E2296B10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063B-42A1-4540-95B9-27D2CF0C4B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B5C1-9FA4-2944-A1B6-7467E2296B10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063B-42A1-4540-95B9-27D2CF0C4B78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B5C1-9FA4-2944-A1B6-7467E2296B10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063B-42A1-4540-95B9-27D2CF0C4B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B5C1-9FA4-2944-A1B6-7467E2296B10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063B-42A1-4540-95B9-27D2CF0C4B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B5C1-9FA4-2944-A1B6-7467E2296B10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063B-42A1-4540-95B9-27D2CF0C4B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B5C1-9FA4-2944-A1B6-7467E2296B10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063B-42A1-4540-95B9-27D2CF0C4B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B5C1-9FA4-2944-A1B6-7467E2296B10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063B-42A1-4540-95B9-27D2CF0C4B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B5C1-9FA4-2944-A1B6-7467E2296B10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063B-42A1-4540-95B9-27D2CF0C4B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D071B5C1-9FA4-2944-A1B6-7467E2296B10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DDAC063B-42A1-4540-95B9-27D2CF0C4B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9256" y="515568"/>
            <a:ext cx="7776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mtClean="0">
                <a:solidFill>
                  <a:schemeClr val="tx2"/>
                </a:solidFill>
              </a:rPr>
              <a:t>Extra slides: Tower </a:t>
            </a:r>
            <a:r>
              <a:rPr lang="en-US" sz="2800" dirty="0" smtClean="0">
                <a:solidFill>
                  <a:schemeClr val="tx2"/>
                </a:solidFill>
              </a:rPr>
              <a:t>of Hanoi, solution explained</a:t>
            </a:r>
            <a:endParaRPr lang="en-US" sz="2800" dirty="0">
              <a:solidFill>
                <a:schemeClr val="tx2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450487" y="2039750"/>
            <a:ext cx="2592000" cy="1584000"/>
            <a:chOff x="892712" y="1270057"/>
            <a:chExt cx="2592000" cy="1584000"/>
          </a:xfrm>
        </p:grpSpPr>
        <p:grpSp>
          <p:nvGrpSpPr>
            <p:cNvPr id="11" name="Group 10"/>
            <p:cNvGrpSpPr>
              <a:grpSpLocks/>
            </p:cNvGrpSpPr>
            <p:nvPr/>
          </p:nvGrpSpPr>
          <p:grpSpPr>
            <a:xfrm>
              <a:off x="892712" y="1270057"/>
              <a:ext cx="2592000" cy="1584000"/>
              <a:chOff x="892711" y="1270057"/>
              <a:chExt cx="5400000" cy="3950727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" name="Rectangle 11"/>
            <p:cNvSpPr>
              <a:spLocks/>
            </p:cNvSpPr>
            <p:nvPr/>
          </p:nvSpPr>
          <p:spPr>
            <a:xfrm>
              <a:off x="892712" y="2620306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>
              <a:spLocks/>
            </p:cNvSpPr>
            <p:nvPr/>
          </p:nvSpPr>
          <p:spPr>
            <a:xfrm>
              <a:off x="929570" y="2462412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>
              <a:spLocks/>
            </p:cNvSpPr>
            <p:nvPr/>
          </p:nvSpPr>
          <p:spPr>
            <a:xfrm>
              <a:off x="993398" y="2274784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>
              <a:spLocks/>
            </p:cNvSpPr>
            <p:nvPr/>
          </p:nvSpPr>
          <p:spPr>
            <a:xfrm>
              <a:off x="1065398" y="2113765"/>
              <a:ext cx="432000" cy="108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>
              <a:spLocks/>
            </p:cNvSpPr>
            <p:nvPr/>
          </p:nvSpPr>
          <p:spPr>
            <a:xfrm>
              <a:off x="1137398" y="1918697"/>
              <a:ext cx="288000" cy="108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>
              <a:spLocks/>
            </p:cNvSpPr>
            <p:nvPr/>
          </p:nvSpPr>
          <p:spPr>
            <a:xfrm>
              <a:off x="1207636" y="1719023"/>
              <a:ext cx="144000" cy="108000"/>
            </a:xfrm>
            <a:prstGeom prst="rect">
              <a:avLst/>
            </a:prstGeom>
            <a:solidFill>
              <a:srgbClr val="37DA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510642" y="1718894"/>
            <a:ext cx="5053410" cy="193899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Goal: move n discs from one pole to another.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One disc at a time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Never put a disc on top of a smaller one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Do it in as few moves  possible</a:t>
            </a:r>
          </a:p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- for n discs the fewest moves is 2</a:t>
            </a:r>
            <a:r>
              <a:rPr lang="en-US" sz="2000" baseline="30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- 1 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87345" y="4547492"/>
            <a:ext cx="65810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In these slides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Demonstrate solutions for n ≤ 4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Show how formula T(n) = 2*T(n-1) + 1 arises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Show full proof that T(n) = 2n </a:t>
            </a:r>
            <a:r>
              <a:rPr lang="mr-I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–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1 (ignore if you want!)</a:t>
            </a: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877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9257" y="515568"/>
            <a:ext cx="3319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</a:t>
            </a:r>
            <a:r>
              <a:rPr lang="en-US" sz="2000" dirty="0" smtClean="0"/>
              <a:t>=1 discs</a:t>
            </a:r>
            <a:endParaRPr lang="en-US" sz="2000" dirty="0"/>
          </a:p>
        </p:txBody>
      </p:sp>
      <p:grpSp>
        <p:nvGrpSpPr>
          <p:cNvPr id="11" name="Group 10"/>
          <p:cNvGrpSpPr>
            <a:grpSpLocks/>
          </p:cNvGrpSpPr>
          <p:nvPr/>
        </p:nvGrpSpPr>
        <p:grpSpPr>
          <a:xfrm>
            <a:off x="892712" y="1270057"/>
            <a:ext cx="2592000" cy="1584000"/>
            <a:chOff x="892711" y="1270057"/>
            <a:chExt cx="5400000" cy="3950727"/>
          </a:xfrm>
        </p:grpSpPr>
        <p:sp>
          <p:nvSpPr>
            <p:cNvPr id="5" name="Rectangle 4"/>
            <p:cNvSpPr/>
            <p:nvPr/>
          </p:nvSpPr>
          <p:spPr>
            <a:xfrm>
              <a:off x="892711" y="5004784"/>
              <a:ext cx="5400000" cy="21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431706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702474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571408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Rectangle 11"/>
          <p:cNvSpPr>
            <a:spLocks/>
          </p:cNvSpPr>
          <p:nvPr/>
        </p:nvSpPr>
        <p:spPr>
          <a:xfrm>
            <a:off x="892712" y="2620306"/>
            <a:ext cx="864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/>
          </p:cNvGrpSpPr>
          <p:nvPr/>
        </p:nvGrpSpPr>
        <p:grpSpPr>
          <a:xfrm>
            <a:off x="4796716" y="1235790"/>
            <a:ext cx="2592000" cy="1584000"/>
            <a:chOff x="892711" y="1270057"/>
            <a:chExt cx="5400000" cy="3950727"/>
          </a:xfrm>
        </p:grpSpPr>
        <p:sp>
          <p:nvSpPr>
            <p:cNvPr id="14" name="Rectangle 13"/>
            <p:cNvSpPr/>
            <p:nvPr/>
          </p:nvSpPr>
          <p:spPr>
            <a:xfrm>
              <a:off x="892711" y="5004784"/>
              <a:ext cx="5400000" cy="21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431706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702474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571408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Rectangle 17"/>
          <p:cNvSpPr>
            <a:spLocks/>
          </p:cNvSpPr>
          <p:nvPr/>
        </p:nvSpPr>
        <p:spPr>
          <a:xfrm>
            <a:off x="6524716" y="2586039"/>
            <a:ext cx="864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3797770" y="1869138"/>
            <a:ext cx="85060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92712" y="4457176"/>
            <a:ext cx="2905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 move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73528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9257" y="515568"/>
            <a:ext cx="3319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</a:t>
            </a:r>
            <a:r>
              <a:rPr lang="en-US" sz="2000" dirty="0" smtClean="0"/>
              <a:t>=2 discs</a:t>
            </a:r>
            <a:endParaRPr lang="en-US" sz="2000" dirty="0"/>
          </a:p>
        </p:txBody>
      </p:sp>
      <p:grpSp>
        <p:nvGrpSpPr>
          <p:cNvPr id="11" name="Group 10"/>
          <p:cNvGrpSpPr>
            <a:grpSpLocks/>
          </p:cNvGrpSpPr>
          <p:nvPr/>
        </p:nvGrpSpPr>
        <p:grpSpPr>
          <a:xfrm>
            <a:off x="892712" y="1270057"/>
            <a:ext cx="2592000" cy="1584000"/>
            <a:chOff x="892711" y="1270057"/>
            <a:chExt cx="5400000" cy="3950727"/>
          </a:xfrm>
        </p:grpSpPr>
        <p:sp>
          <p:nvSpPr>
            <p:cNvPr id="5" name="Rectangle 4"/>
            <p:cNvSpPr/>
            <p:nvPr/>
          </p:nvSpPr>
          <p:spPr>
            <a:xfrm>
              <a:off x="892711" y="5004784"/>
              <a:ext cx="5400000" cy="21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431706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702474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571408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Rectangle 11"/>
          <p:cNvSpPr>
            <a:spLocks/>
          </p:cNvSpPr>
          <p:nvPr/>
        </p:nvSpPr>
        <p:spPr>
          <a:xfrm>
            <a:off x="892712" y="2620306"/>
            <a:ext cx="864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>
          <a:xfrm>
            <a:off x="948896" y="2439326"/>
            <a:ext cx="720000" cy="10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/>
          <p:cNvGrpSpPr>
            <a:grpSpLocks/>
          </p:cNvGrpSpPr>
          <p:nvPr/>
        </p:nvGrpSpPr>
        <p:grpSpPr>
          <a:xfrm>
            <a:off x="5274175" y="1219400"/>
            <a:ext cx="2592000" cy="1584000"/>
            <a:chOff x="892711" y="1270057"/>
            <a:chExt cx="5400000" cy="3950727"/>
          </a:xfrm>
        </p:grpSpPr>
        <p:sp>
          <p:nvSpPr>
            <p:cNvPr id="19" name="Rectangle 18"/>
            <p:cNvSpPr/>
            <p:nvPr/>
          </p:nvSpPr>
          <p:spPr>
            <a:xfrm>
              <a:off x="892711" y="5004784"/>
              <a:ext cx="5400000" cy="21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431706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702474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571408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3" name="Rectangle 22"/>
          <p:cNvSpPr>
            <a:spLocks/>
          </p:cNvSpPr>
          <p:nvPr/>
        </p:nvSpPr>
        <p:spPr>
          <a:xfrm>
            <a:off x="5274175" y="2569649"/>
            <a:ext cx="864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>
            <a:spLocks/>
          </p:cNvSpPr>
          <p:nvPr/>
        </p:nvSpPr>
        <p:spPr>
          <a:xfrm>
            <a:off x="6234510" y="2569649"/>
            <a:ext cx="720000" cy="10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/>
          <p:cNvGrpSpPr>
            <a:grpSpLocks/>
          </p:cNvGrpSpPr>
          <p:nvPr/>
        </p:nvGrpSpPr>
        <p:grpSpPr>
          <a:xfrm>
            <a:off x="872262" y="4073555"/>
            <a:ext cx="2592000" cy="1584000"/>
            <a:chOff x="892711" y="1270057"/>
            <a:chExt cx="5400000" cy="3950727"/>
          </a:xfrm>
        </p:grpSpPr>
        <p:sp>
          <p:nvSpPr>
            <p:cNvPr id="26" name="Rectangle 25"/>
            <p:cNvSpPr/>
            <p:nvPr/>
          </p:nvSpPr>
          <p:spPr>
            <a:xfrm>
              <a:off x="892711" y="5004784"/>
              <a:ext cx="5400000" cy="21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431706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702474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571408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0" name="Rectangle 29"/>
          <p:cNvSpPr>
            <a:spLocks/>
          </p:cNvSpPr>
          <p:nvPr/>
        </p:nvSpPr>
        <p:spPr>
          <a:xfrm>
            <a:off x="2639430" y="5423804"/>
            <a:ext cx="864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>
            <a:spLocks/>
          </p:cNvSpPr>
          <p:nvPr/>
        </p:nvSpPr>
        <p:spPr>
          <a:xfrm>
            <a:off x="1832597" y="5423804"/>
            <a:ext cx="720000" cy="10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/>
          <p:cNvGrpSpPr>
            <a:grpSpLocks/>
          </p:cNvGrpSpPr>
          <p:nvPr/>
        </p:nvGrpSpPr>
        <p:grpSpPr>
          <a:xfrm>
            <a:off x="5395733" y="4009434"/>
            <a:ext cx="2592000" cy="1584000"/>
            <a:chOff x="892711" y="1270057"/>
            <a:chExt cx="5400000" cy="3950727"/>
          </a:xfrm>
        </p:grpSpPr>
        <p:sp>
          <p:nvSpPr>
            <p:cNvPr id="33" name="Rectangle 32"/>
            <p:cNvSpPr/>
            <p:nvPr/>
          </p:nvSpPr>
          <p:spPr>
            <a:xfrm>
              <a:off x="892711" y="5004784"/>
              <a:ext cx="5400000" cy="21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431706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702474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71408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7" name="Rectangle 36"/>
          <p:cNvSpPr>
            <a:spLocks/>
          </p:cNvSpPr>
          <p:nvPr/>
        </p:nvSpPr>
        <p:spPr>
          <a:xfrm>
            <a:off x="7142451" y="5337201"/>
            <a:ext cx="864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>
            <a:spLocks/>
          </p:cNvSpPr>
          <p:nvPr/>
        </p:nvSpPr>
        <p:spPr>
          <a:xfrm>
            <a:off x="7249011" y="5133512"/>
            <a:ext cx="720000" cy="10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4048633" y="2024900"/>
            <a:ext cx="85060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203665" y="4792661"/>
            <a:ext cx="85060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4048633" y="4792661"/>
            <a:ext cx="85060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72262" y="6218479"/>
            <a:ext cx="2905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</a:t>
            </a:r>
            <a:r>
              <a:rPr lang="en-US" sz="2000" dirty="0" smtClean="0"/>
              <a:t> moves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08424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464" y="12338"/>
            <a:ext cx="3319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</a:t>
            </a:r>
            <a:r>
              <a:rPr lang="en-US" sz="2000" dirty="0" smtClean="0"/>
              <a:t>=3 discs</a:t>
            </a:r>
            <a:endParaRPr lang="en-US" sz="2000" dirty="0"/>
          </a:p>
        </p:txBody>
      </p:sp>
      <p:sp>
        <p:nvSpPr>
          <p:cNvPr id="42" name="TextBox 41"/>
          <p:cNvSpPr txBox="1"/>
          <p:nvPr/>
        </p:nvSpPr>
        <p:spPr>
          <a:xfrm>
            <a:off x="6819049" y="4881475"/>
            <a:ext cx="1351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7 moves</a:t>
            </a:r>
            <a:endParaRPr lang="en-US" sz="2000" dirty="0"/>
          </a:p>
        </p:txBody>
      </p:sp>
      <p:grpSp>
        <p:nvGrpSpPr>
          <p:cNvPr id="3" name="Group 2"/>
          <p:cNvGrpSpPr/>
          <p:nvPr/>
        </p:nvGrpSpPr>
        <p:grpSpPr>
          <a:xfrm>
            <a:off x="0" y="454357"/>
            <a:ext cx="2592000" cy="1584000"/>
            <a:chOff x="70995" y="1232900"/>
            <a:chExt cx="2592000" cy="1584000"/>
          </a:xfrm>
        </p:grpSpPr>
        <p:grpSp>
          <p:nvGrpSpPr>
            <p:cNvPr id="11" name="Group 10"/>
            <p:cNvGrpSpPr>
              <a:grpSpLocks/>
            </p:cNvGrpSpPr>
            <p:nvPr/>
          </p:nvGrpSpPr>
          <p:grpSpPr>
            <a:xfrm>
              <a:off x="70995" y="1232900"/>
              <a:ext cx="2592000" cy="1584000"/>
              <a:chOff x="892711" y="1270057"/>
              <a:chExt cx="5400000" cy="3950727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" name="Rectangle 11"/>
            <p:cNvSpPr>
              <a:spLocks/>
            </p:cNvSpPr>
            <p:nvPr/>
          </p:nvSpPr>
          <p:spPr>
            <a:xfrm>
              <a:off x="70995" y="2583149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>
              <a:spLocks/>
            </p:cNvSpPr>
            <p:nvPr/>
          </p:nvSpPr>
          <p:spPr>
            <a:xfrm>
              <a:off x="127179" y="2402169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>
              <a:spLocks/>
            </p:cNvSpPr>
            <p:nvPr/>
          </p:nvSpPr>
          <p:spPr>
            <a:xfrm>
              <a:off x="171681" y="2237627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863720" y="440900"/>
            <a:ext cx="2592000" cy="1584000"/>
            <a:chOff x="3242442" y="1232900"/>
            <a:chExt cx="2592000" cy="1584000"/>
          </a:xfrm>
        </p:grpSpPr>
        <p:grpSp>
          <p:nvGrpSpPr>
            <p:cNvPr id="44" name="Group 43"/>
            <p:cNvGrpSpPr>
              <a:grpSpLocks/>
            </p:cNvGrpSpPr>
            <p:nvPr/>
          </p:nvGrpSpPr>
          <p:grpSpPr>
            <a:xfrm>
              <a:off x="3242442" y="1232900"/>
              <a:ext cx="2592000" cy="1584000"/>
              <a:chOff x="892711" y="1270057"/>
              <a:chExt cx="5400000" cy="3950727"/>
            </a:xfrm>
          </p:grpSpPr>
          <p:sp>
            <p:nvSpPr>
              <p:cNvPr id="45" name="Rectangle 44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9" name="Rectangle 48"/>
            <p:cNvSpPr>
              <a:spLocks/>
            </p:cNvSpPr>
            <p:nvPr/>
          </p:nvSpPr>
          <p:spPr>
            <a:xfrm>
              <a:off x="3242442" y="2583149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>
              <a:spLocks/>
            </p:cNvSpPr>
            <p:nvPr/>
          </p:nvSpPr>
          <p:spPr>
            <a:xfrm>
              <a:off x="3298626" y="2402169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>
              <a:spLocks/>
            </p:cNvSpPr>
            <p:nvPr/>
          </p:nvSpPr>
          <p:spPr>
            <a:xfrm>
              <a:off x="5133160" y="2556243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126145" y="440900"/>
            <a:ext cx="2592000" cy="1584000"/>
            <a:chOff x="6461810" y="1246357"/>
            <a:chExt cx="2592000" cy="1584000"/>
          </a:xfrm>
        </p:grpSpPr>
        <p:grpSp>
          <p:nvGrpSpPr>
            <p:cNvPr id="52" name="Group 51"/>
            <p:cNvGrpSpPr>
              <a:grpSpLocks/>
            </p:cNvGrpSpPr>
            <p:nvPr/>
          </p:nvGrpSpPr>
          <p:grpSpPr>
            <a:xfrm>
              <a:off x="6461810" y="1246357"/>
              <a:ext cx="2592000" cy="1584000"/>
              <a:chOff x="892711" y="1270057"/>
              <a:chExt cx="5400000" cy="3950727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7" name="Rectangle 56"/>
            <p:cNvSpPr>
              <a:spLocks/>
            </p:cNvSpPr>
            <p:nvPr/>
          </p:nvSpPr>
          <p:spPr>
            <a:xfrm>
              <a:off x="6461810" y="2596606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>
              <a:spLocks/>
            </p:cNvSpPr>
            <p:nvPr/>
          </p:nvSpPr>
          <p:spPr>
            <a:xfrm>
              <a:off x="7422145" y="2596606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>
            <a:xfrm>
              <a:off x="8352528" y="2569700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87393" y="2692776"/>
            <a:ext cx="2592000" cy="1584000"/>
            <a:chOff x="633971" y="3711216"/>
            <a:chExt cx="2592000" cy="1584000"/>
          </a:xfrm>
        </p:grpSpPr>
        <p:grpSp>
          <p:nvGrpSpPr>
            <p:cNvPr id="61" name="Group 60"/>
            <p:cNvGrpSpPr>
              <a:grpSpLocks/>
            </p:cNvGrpSpPr>
            <p:nvPr/>
          </p:nvGrpSpPr>
          <p:grpSpPr>
            <a:xfrm>
              <a:off x="633971" y="3711216"/>
              <a:ext cx="2592000" cy="1584000"/>
              <a:chOff x="892711" y="1270057"/>
              <a:chExt cx="5400000" cy="3950727"/>
            </a:xfrm>
          </p:grpSpPr>
          <p:sp>
            <p:nvSpPr>
              <p:cNvPr id="62" name="Rectangle 61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6" name="Rectangle 65"/>
            <p:cNvSpPr>
              <a:spLocks/>
            </p:cNvSpPr>
            <p:nvPr/>
          </p:nvSpPr>
          <p:spPr>
            <a:xfrm>
              <a:off x="633971" y="5061465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>
              <a:spLocks/>
            </p:cNvSpPr>
            <p:nvPr/>
          </p:nvSpPr>
          <p:spPr>
            <a:xfrm>
              <a:off x="1594306" y="5061465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>
              <a:spLocks/>
            </p:cNvSpPr>
            <p:nvPr/>
          </p:nvSpPr>
          <p:spPr>
            <a:xfrm>
              <a:off x="1673713" y="4916841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480867" y="2692776"/>
            <a:ext cx="2645278" cy="1584000"/>
            <a:chOff x="3716173" y="3722786"/>
            <a:chExt cx="2645278" cy="1584000"/>
          </a:xfrm>
        </p:grpSpPr>
        <p:grpSp>
          <p:nvGrpSpPr>
            <p:cNvPr id="76" name="Group 75"/>
            <p:cNvGrpSpPr>
              <a:grpSpLocks/>
            </p:cNvGrpSpPr>
            <p:nvPr/>
          </p:nvGrpSpPr>
          <p:grpSpPr>
            <a:xfrm>
              <a:off x="3716173" y="3722786"/>
              <a:ext cx="2592000" cy="1584000"/>
              <a:chOff x="892711" y="1270057"/>
              <a:chExt cx="5400000" cy="3950727"/>
            </a:xfrm>
          </p:grpSpPr>
          <p:sp>
            <p:nvSpPr>
              <p:cNvPr id="77" name="Rectangle 76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1" name="Rectangle 80"/>
            <p:cNvSpPr>
              <a:spLocks/>
            </p:cNvSpPr>
            <p:nvPr/>
          </p:nvSpPr>
          <p:spPr>
            <a:xfrm>
              <a:off x="5497451" y="5061465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>
              <a:spLocks/>
            </p:cNvSpPr>
            <p:nvPr/>
          </p:nvSpPr>
          <p:spPr>
            <a:xfrm>
              <a:off x="4676508" y="5073035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>
              <a:spLocks/>
            </p:cNvSpPr>
            <p:nvPr/>
          </p:nvSpPr>
          <p:spPr>
            <a:xfrm>
              <a:off x="4755915" y="4928411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490300" y="2692776"/>
            <a:ext cx="2645278" cy="1584000"/>
            <a:chOff x="6514831" y="4876976"/>
            <a:chExt cx="2645278" cy="1584000"/>
          </a:xfrm>
        </p:grpSpPr>
        <p:grpSp>
          <p:nvGrpSpPr>
            <p:cNvPr id="85" name="Group 84"/>
            <p:cNvGrpSpPr>
              <a:grpSpLocks/>
            </p:cNvGrpSpPr>
            <p:nvPr/>
          </p:nvGrpSpPr>
          <p:grpSpPr>
            <a:xfrm>
              <a:off x="6514831" y="4876976"/>
              <a:ext cx="2592000" cy="1584000"/>
              <a:chOff x="892711" y="1270057"/>
              <a:chExt cx="5400000" cy="3950727"/>
            </a:xfrm>
          </p:grpSpPr>
          <p:sp>
            <p:nvSpPr>
              <p:cNvPr id="86" name="Rectangle 85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Rectangle 87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0" name="Rectangle 89"/>
            <p:cNvSpPr>
              <a:spLocks/>
            </p:cNvSpPr>
            <p:nvPr/>
          </p:nvSpPr>
          <p:spPr>
            <a:xfrm>
              <a:off x="8296109" y="6215655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>
              <a:spLocks/>
            </p:cNvSpPr>
            <p:nvPr/>
          </p:nvSpPr>
          <p:spPr>
            <a:xfrm>
              <a:off x="7475166" y="6227225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>
              <a:spLocks/>
            </p:cNvSpPr>
            <p:nvPr/>
          </p:nvSpPr>
          <p:spPr>
            <a:xfrm>
              <a:off x="6650077" y="6210649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/>
          <p:cNvGrpSpPr>
            <a:grpSpLocks/>
          </p:cNvGrpSpPr>
          <p:nvPr/>
        </p:nvGrpSpPr>
        <p:grpSpPr>
          <a:xfrm>
            <a:off x="477168" y="4691759"/>
            <a:ext cx="2592000" cy="1584000"/>
            <a:chOff x="892711" y="1270057"/>
            <a:chExt cx="5400000" cy="3950727"/>
          </a:xfrm>
        </p:grpSpPr>
        <p:sp>
          <p:nvSpPr>
            <p:cNvPr id="94" name="Rectangle 93"/>
            <p:cNvSpPr/>
            <p:nvPr/>
          </p:nvSpPr>
          <p:spPr>
            <a:xfrm>
              <a:off x="892711" y="5004784"/>
              <a:ext cx="5400000" cy="21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5431706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1702474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3571408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8" name="Rectangle 97"/>
          <p:cNvSpPr>
            <a:spLocks/>
          </p:cNvSpPr>
          <p:nvPr/>
        </p:nvSpPr>
        <p:spPr>
          <a:xfrm>
            <a:off x="2258446" y="6030438"/>
            <a:ext cx="864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>
            <a:spLocks/>
          </p:cNvSpPr>
          <p:nvPr/>
        </p:nvSpPr>
        <p:spPr>
          <a:xfrm>
            <a:off x="2316992" y="5842722"/>
            <a:ext cx="720000" cy="10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>
            <a:spLocks/>
          </p:cNvSpPr>
          <p:nvPr/>
        </p:nvSpPr>
        <p:spPr>
          <a:xfrm>
            <a:off x="612414" y="6025432"/>
            <a:ext cx="576000" cy="10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/>
          <p:cNvGrpSpPr>
            <a:grpSpLocks/>
          </p:cNvGrpSpPr>
          <p:nvPr/>
        </p:nvGrpSpPr>
        <p:grpSpPr>
          <a:xfrm>
            <a:off x="3480867" y="4691759"/>
            <a:ext cx="2592000" cy="1584000"/>
            <a:chOff x="892711" y="1270057"/>
            <a:chExt cx="5400000" cy="3950727"/>
          </a:xfrm>
        </p:grpSpPr>
        <p:sp>
          <p:nvSpPr>
            <p:cNvPr id="104" name="Rectangle 103"/>
            <p:cNvSpPr/>
            <p:nvPr/>
          </p:nvSpPr>
          <p:spPr>
            <a:xfrm>
              <a:off x="892711" y="5004784"/>
              <a:ext cx="5400000" cy="21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5431706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1702474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3571408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8" name="Rectangle 107"/>
          <p:cNvSpPr>
            <a:spLocks/>
          </p:cNvSpPr>
          <p:nvPr/>
        </p:nvSpPr>
        <p:spPr>
          <a:xfrm>
            <a:off x="5262145" y="6030438"/>
            <a:ext cx="864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>
            <a:spLocks/>
          </p:cNvSpPr>
          <p:nvPr/>
        </p:nvSpPr>
        <p:spPr>
          <a:xfrm>
            <a:off x="5320691" y="5842722"/>
            <a:ext cx="720000" cy="10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>
            <a:spLocks/>
          </p:cNvSpPr>
          <p:nvPr/>
        </p:nvSpPr>
        <p:spPr>
          <a:xfrm>
            <a:off x="5375976" y="5618055"/>
            <a:ext cx="576000" cy="10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3" name="Group 112"/>
          <p:cNvGrpSpPr/>
          <p:nvPr/>
        </p:nvGrpSpPr>
        <p:grpSpPr>
          <a:xfrm>
            <a:off x="2354864" y="642068"/>
            <a:ext cx="689845" cy="400336"/>
            <a:chOff x="2354864" y="642068"/>
            <a:chExt cx="689845" cy="400336"/>
          </a:xfrm>
        </p:grpSpPr>
        <p:cxnSp>
          <p:nvCxnSpPr>
            <p:cNvPr id="39" name="Straight Arrow Connector 38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5264344" y="581214"/>
            <a:ext cx="689845" cy="400336"/>
            <a:chOff x="2354864" y="642068"/>
            <a:chExt cx="689845" cy="400336"/>
          </a:xfrm>
        </p:grpSpPr>
        <p:cxnSp>
          <p:nvCxnSpPr>
            <p:cNvPr id="115" name="Straight Arrow Connector 114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142470" y="3047020"/>
            <a:ext cx="689845" cy="400336"/>
            <a:chOff x="2354864" y="642068"/>
            <a:chExt cx="689845" cy="400336"/>
          </a:xfrm>
        </p:grpSpPr>
        <p:cxnSp>
          <p:nvCxnSpPr>
            <p:cNvPr id="118" name="Straight Arrow Connector 117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2950059" y="3016016"/>
            <a:ext cx="689845" cy="400336"/>
            <a:chOff x="2354864" y="642068"/>
            <a:chExt cx="689845" cy="400336"/>
          </a:xfrm>
        </p:grpSpPr>
        <p:cxnSp>
          <p:nvCxnSpPr>
            <p:cNvPr id="121" name="Straight Arrow Connector 120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TextBox 121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6040691" y="2954008"/>
            <a:ext cx="689845" cy="400336"/>
            <a:chOff x="2354864" y="642068"/>
            <a:chExt cx="689845" cy="400336"/>
          </a:xfrm>
        </p:grpSpPr>
        <p:cxnSp>
          <p:nvCxnSpPr>
            <p:cNvPr id="124" name="Straight Arrow Connector 123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24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</p:grpSp>
      <p:grpSp>
        <p:nvGrpSpPr>
          <p:cNvPr id="126" name="Group 125"/>
          <p:cNvGrpSpPr/>
          <p:nvPr/>
        </p:nvGrpSpPr>
        <p:grpSpPr>
          <a:xfrm>
            <a:off x="144669" y="4881475"/>
            <a:ext cx="689845" cy="400336"/>
            <a:chOff x="2354864" y="642068"/>
            <a:chExt cx="689845" cy="400336"/>
          </a:xfrm>
        </p:grpSpPr>
        <p:cxnSp>
          <p:nvCxnSpPr>
            <p:cNvPr id="127" name="Straight Arrow Connector 126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TextBox 127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3122446" y="4881475"/>
            <a:ext cx="689845" cy="400336"/>
            <a:chOff x="2354864" y="642068"/>
            <a:chExt cx="689845" cy="400336"/>
          </a:xfrm>
        </p:grpSpPr>
        <p:cxnSp>
          <p:nvCxnSpPr>
            <p:cNvPr id="130" name="Straight Arrow Connector 129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0825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454357"/>
            <a:ext cx="2592000" cy="1584000"/>
            <a:chOff x="70995" y="1232900"/>
            <a:chExt cx="2592000" cy="1584000"/>
          </a:xfrm>
        </p:grpSpPr>
        <p:grpSp>
          <p:nvGrpSpPr>
            <p:cNvPr id="11" name="Group 10"/>
            <p:cNvGrpSpPr>
              <a:grpSpLocks/>
            </p:cNvGrpSpPr>
            <p:nvPr/>
          </p:nvGrpSpPr>
          <p:grpSpPr>
            <a:xfrm>
              <a:off x="70995" y="1232900"/>
              <a:ext cx="2592000" cy="1584000"/>
              <a:chOff x="892711" y="1270057"/>
              <a:chExt cx="5400000" cy="3950727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" name="Rectangle 11"/>
            <p:cNvSpPr>
              <a:spLocks/>
            </p:cNvSpPr>
            <p:nvPr/>
          </p:nvSpPr>
          <p:spPr>
            <a:xfrm>
              <a:off x="70995" y="2583149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>
              <a:spLocks/>
            </p:cNvSpPr>
            <p:nvPr/>
          </p:nvSpPr>
          <p:spPr>
            <a:xfrm>
              <a:off x="127179" y="2402169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>
              <a:spLocks/>
            </p:cNvSpPr>
            <p:nvPr/>
          </p:nvSpPr>
          <p:spPr>
            <a:xfrm>
              <a:off x="171681" y="2237627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863720" y="440900"/>
            <a:ext cx="2592000" cy="1584000"/>
            <a:chOff x="3242442" y="1232900"/>
            <a:chExt cx="2592000" cy="1584000"/>
          </a:xfrm>
        </p:grpSpPr>
        <p:grpSp>
          <p:nvGrpSpPr>
            <p:cNvPr id="44" name="Group 43"/>
            <p:cNvGrpSpPr>
              <a:grpSpLocks/>
            </p:cNvGrpSpPr>
            <p:nvPr/>
          </p:nvGrpSpPr>
          <p:grpSpPr>
            <a:xfrm>
              <a:off x="3242442" y="1232900"/>
              <a:ext cx="2592000" cy="1584000"/>
              <a:chOff x="892711" y="1270057"/>
              <a:chExt cx="5400000" cy="3950727"/>
            </a:xfrm>
          </p:grpSpPr>
          <p:sp>
            <p:nvSpPr>
              <p:cNvPr id="45" name="Rectangle 44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9" name="Rectangle 48"/>
            <p:cNvSpPr>
              <a:spLocks/>
            </p:cNvSpPr>
            <p:nvPr/>
          </p:nvSpPr>
          <p:spPr>
            <a:xfrm>
              <a:off x="3242442" y="2583149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>
              <a:spLocks/>
            </p:cNvSpPr>
            <p:nvPr/>
          </p:nvSpPr>
          <p:spPr>
            <a:xfrm>
              <a:off x="3298626" y="2402169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>
              <a:spLocks/>
            </p:cNvSpPr>
            <p:nvPr/>
          </p:nvSpPr>
          <p:spPr>
            <a:xfrm>
              <a:off x="5133160" y="2556243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126145" y="440900"/>
            <a:ext cx="2592000" cy="1584000"/>
            <a:chOff x="6461810" y="1246357"/>
            <a:chExt cx="2592000" cy="1584000"/>
          </a:xfrm>
        </p:grpSpPr>
        <p:grpSp>
          <p:nvGrpSpPr>
            <p:cNvPr id="52" name="Group 51"/>
            <p:cNvGrpSpPr>
              <a:grpSpLocks/>
            </p:cNvGrpSpPr>
            <p:nvPr/>
          </p:nvGrpSpPr>
          <p:grpSpPr>
            <a:xfrm>
              <a:off x="6461810" y="1246357"/>
              <a:ext cx="2592000" cy="1584000"/>
              <a:chOff x="892711" y="1270057"/>
              <a:chExt cx="5400000" cy="3950727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7" name="Rectangle 56"/>
            <p:cNvSpPr>
              <a:spLocks/>
            </p:cNvSpPr>
            <p:nvPr/>
          </p:nvSpPr>
          <p:spPr>
            <a:xfrm>
              <a:off x="6461810" y="2596606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>
              <a:spLocks/>
            </p:cNvSpPr>
            <p:nvPr/>
          </p:nvSpPr>
          <p:spPr>
            <a:xfrm>
              <a:off x="7422145" y="2596606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>
            <a:xfrm>
              <a:off x="8352528" y="2569700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87393" y="2692776"/>
            <a:ext cx="2592000" cy="1584000"/>
            <a:chOff x="633971" y="3711216"/>
            <a:chExt cx="2592000" cy="1584000"/>
          </a:xfrm>
        </p:grpSpPr>
        <p:grpSp>
          <p:nvGrpSpPr>
            <p:cNvPr id="61" name="Group 60"/>
            <p:cNvGrpSpPr>
              <a:grpSpLocks/>
            </p:cNvGrpSpPr>
            <p:nvPr/>
          </p:nvGrpSpPr>
          <p:grpSpPr>
            <a:xfrm>
              <a:off x="633971" y="3711216"/>
              <a:ext cx="2592000" cy="1584000"/>
              <a:chOff x="892711" y="1270057"/>
              <a:chExt cx="5400000" cy="3950727"/>
            </a:xfrm>
          </p:grpSpPr>
          <p:sp>
            <p:nvSpPr>
              <p:cNvPr id="62" name="Rectangle 61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6" name="Rectangle 65"/>
            <p:cNvSpPr>
              <a:spLocks/>
            </p:cNvSpPr>
            <p:nvPr/>
          </p:nvSpPr>
          <p:spPr>
            <a:xfrm>
              <a:off x="633971" y="5061465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>
              <a:spLocks/>
            </p:cNvSpPr>
            <p:nvPr/>
          </p:nvSpPr>
          <p:spPr>
            <a:xfrm>
              <a:off x="1594306" y="5061465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>
              <a:spLocks/>
            </p:cNvSpPr>
            <p:nvPr/>
          </p:nvSpPr>
          <p:spPr>
            <a:xfrm>
              <a:off x="1673713" y="4916841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2354864" y="642068"/>
            <a:ext cx="689845" cy="400336"/>
            <a:chOff x="2354864" y="642068"/>
            <a:chExt cx="689845" cy="400336"/>
          </a:xfrm>
        </p:grpSpPr>
        <p:cxnSp>
          <p:nvCxnSpPr>
            <p:cNvPr id="39" name="Straight Arrow Connector 38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5264344" y="581214"/>
            <a:ext cx="689845" cy="400336"/>
            <a:chOff x="2354864" y="642068"/>
            <a:chExt cx="689845" cy="400336"/>
          </a:xfrm>
        </p:grpSpPr>
        <p:cxnSp>
          <p:nvCxnSpPr>
            <p:cNvPr id="115" name="Straight Arrow Connector 114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142470" y="3047020"/>
            <a:ext cx="689845" cy="400336"/>
            <a:chOff x="2354864" y="642068"/>
            <a:chExt cx="689845" cy="400336"/>
          </a:xfrm>
        </p:grpSpPr>
        <p:cxnSp>
          <p:nvCxnSpPr>
            <p:cNvPr id="118" name="Straight Arrow Connector 117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33464" y="12338"/>
            <a:ext cx="5342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</a:t>
            </a:r>
            <a:r>
              <a:rPr lang="en-US" sz="2000" dirty="0" smtClean="0"/>
              <a:t>=3 discs </a:t>
            </a:r>
            <a:r>
              <a:rPr lang="mr-IN" sz="2000" dirty="0" smtClean="0"/>
              <a:t>–</a:t>
            </a:r>
            <a:r>
              <a:rPr lang="en-US" sz="2000" dirty="0" smtClean="0"/>
              <a:t> closer look first 3 moves</a:t>
            </a:r>
            <a:endParaRPr lang="en-US" sz="2000" dirty="0"/>
          </a:p>
        </p:txBody>
      </p:sp>
      <p:sp>
        <p:nvSpPr>
          <p:cNvPr id="102" name="TextBox 101"/>
          <p:cNvSpPr txBox="1"/>
          <p:nvPr/>
        </p:nvSpPr>
        <p:spPr>
          <a:xfrm>
            <a:off x="4014819" y="2827320"/>
            <a:ext cx="31888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 just moved a pile of 2 discs from pole 1 another pole. I already knew this would take 3 moves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14720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463" y="12338"/>
            <a:ext cx="5626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</a:t>
            </a:r>
            <a:r>
              <a:rPr lang="en-US" sz="2000" dirty="0" smtClean="0"/>
              <a:t>=3 discs </a:t>
            </a:r>
            <a:r>
              <a:rPr lang="mr-IN" sz="2000" dirty="0" smtClean="0"/>
              <a:t>–</a:t>
            </a:r>
            <a:r>
              <a:rPr lang="en-US" sz="2000" dirty="0" smtClean="0"/>
              <a:t> closer look at moves 5 to 7</a:t>
            </a:r>
            <a:endParaRPr lang="en-US" sz="2000" dirty="0"/>
          </a:p>
        </p:txBody>
      </p:sp>
      <p:grpSp>
        <p:nvGrpSpPr>
          <p:cNvPr id="15" name="Group 14"/>
          <p:cNvGrpSpPr/>
          <p:nvPr/>
        </p:nvGrpSpPr>
        <p:grpSpPr>
          <a:xfrm>
            <a:off x="338976" y="1108776"/>
            <a:ext cx="2645278" cy="1584000"/>
            <a:chOff x="3716173" y="3722786"/>
            <a:chExt cx="2645278" cy="1584000"/>
          </a:xfrm>
        </p:grpSpPr>
        <p:grpSp>
          <p:nvGrpSpPr>
            <p:cNvPr id="76" name="Group 75"/>
            <p:cNvGrpSpPr>
              <a:grpSpLocks/>
            </p:cNvGrpSpPr>
            <p:nvPr/>
          </p:nvGrpSpPr>
          <p:grpSpPr>
            <a:xfrm>
              <a:off x="3716173" y="3722786"/>
              <a:ext cx="2592000" cy="1584000"/>
              <a:chOff x="892711" y="1270057"/>
              <a:chExt cx="5400000" cy="3950727"/>
            </a:xfrm>
          </p:grpSpPr>
          <p:sp>
            <p:nvSpPr>
              <p:cNvPr id="77" name="Rectangle 76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1" name="Rectangle 80"/>
            <p:cNvSpPr>
              <a:spLocks/>
            </p:cNvSpPr>
            <p:nvPr/>
          </p:nvSpPr>
          <p:spPr>
            <a:xfrm>
              <a:off x="5497451" y="5061465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>
              <a:spLocks/>
            </p:cNvSpPr>
            <p:nvPr/>
          </p:nvSpPr>
          <p:spPr>
            <a:xfrm>
              <a:off x="4676508" y="5073035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>
              <a:spLocks/>
            </p:cNvSpPr>
            <p:nvPr/>
          </p:nvSpPr>
          <p:spPr>
            <a:xfrm>
              <a:off x="4755915" y="4928411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557154" y="1108776"/>
            <a:ext cx="2645278" cy="1584000"/>
            <a:chOff x="6514831" y="4876976"/>
            <a:chExt cx="2645278" cy="1584000"/>
          </a:xfrm>
        </p:grpSpPr>
        <p:grpSp>
          <p:nvGrpSpPr>
            <p:cNvPr id="85" name="Group 84"/>
            <p:cNvGrpSpPr>
              <a:grpSpLocks/>
            </p:cNvGrpSpPr>
            <p:nvPr/>
          </p:nvGrpSpPr>
          <p:grpSpPr>
            <a:xfrm>
              <a:off x="6514831" y="4876976"/>
              <a:ext cx="2592000" cy="1584000"/>
              <a:chOff x="892711" y="1270057"/>
              <a:chExt cx="5400000" cy="3950727"/>
            </a:xfrm>
          </p:grpSpPr>
          <p:sp>
            <p:nvSpPr>
              <p:cNvPr id="86" name="Rectangle 85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Rectangle 87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0" name="Rectangle 89"/>
            <p:cNvSpPr>
              <a:spLocks/>
            </p:cNvSpPr>
            <p:nvPr/>
          </p:nvSpPr>
          <p:spPr>
            <a:xfrm>
              <a:off x="8296109" y="6215655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>
              <a:spLocks/>
            </p:cNvSpPr>
            <p:nvPr/>
          </p:nvSpPr>
          <p:spPr>
            <a:xfrm>
              <a:off x="7475166" y="6227225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>
              <a:spLocks/>
            </p:cNvSpPr>
            <p:nvPr/>
          </p:nvSpPr>
          <p:spPr>
            <a:xfrm>
              <a:off x="6650077" y="6210649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3316753" y="1492246"/>
            <a:ext cx="689845" cy="400336"/>
            <a:chOff x="2354864" y="642068"/>
            <a:chExt cx="689845" cy="400336"/>
          </a:xfrm>
        </p:grpSpPr>
        <p:cxnSp>
          <p:nvCxnSpPr>
            <p:cNvPr id="124" name="Straight Arrow Connector 123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24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274054" y="3697811"/>
            <a:ext cx="2977777" cy="1584000"/>
            <a:chOff x="144669" y="4691759"/>
            <a:chExt cx="2977777" cy="1584000"/>
          </a:xfrm>
        </p:grpSpPr>
        <p:grpSp>
          <p:nvGrpSpPr>
            <p:cNvPr id="93" name="Group 92"/>
            <p:cNvGrpSpPr>
              <a:grpSpLocks/>
            </p:cNvGrpSpPr>
            <p:nvPr/>
          </p:nvGrpSpPr>
          <p:grpSpPr>
            <a:xfrm>
              <a:off x="477168" y="4691759"/>
              <a:ext cx="2592000" cy="1584000"/>
              <a:chOff x="892711" y="1270057"/>
              <a:chExt cx="5400000" cy="3950727"/>
            </a:xfrm>
          </p:grpSpPr>
          <p:sp>
            <p:nvSpPr>
              <p:cNvPr id="94" name="Rectangle 93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7" name="Rectangle 96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8" name="Rectangle 97"/>
            <p:cNvSpPr>
              <a:spLocks/>
            </p:cNvSpPr>
            <p:nvPr/>
          </p:nvSpPr>
          <p:spPr>
            <a:xfrm>
              <a:off x="2258446" y="6030438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>
              <a:spLocks/>
            </p:cNvSpPr>
            <p:nvPr/>
          </p:nvSpPr>
          <p:spPr>
            <a:xfrm>
              <a:off x="2316992" y="5842722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>
              <a:spLocks/>
            </p:cNvSpPr>
            <p:nvPr/>
          </p:nvSpPr>
          <p:spPr>
            <a:xfrm>
              <a:off x="612414" y="6025432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6" name="Group 125"/>
            <p:cNvGrpSpPr/>
            <p:nvPr/>
          </p:nvGrpSpPr>
          <p:grpSpPr>
            <a:xfrm>
              <a:off x="144669" y="4881475"/>
              <a:ext cx="689845" cy="400336"/>
              <a:chOff x="2354864" y="642068"/>
              <a:chExt cx="689845" cy="400336"/>
            </a:xfrm>
          </p:grpSpPr>
          <p:cxnSp>
            <p:nvCxnSpPr>
              <p:cNvPr id="127" name="Straight Arrow Connector 126"/>
              <p:cNvCxnSpPr/>
              <p:nvPr/>
            </p:nvCxnSpPr>
            <p:spPr>
              <a:xfrm>
                <a:off x="235486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TextBox 127"/>
              <p:cNvSpPr txBox="1"/>
              <p:nvPr/>
            </p:nvSpPr>
            <p:spPr>
              <a:xfrm>
                <a:off x="2549171" y="642068"/>
                <a:ext cx="2717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</p:grpSp>
      </p:grpSp>
      <p:grpSp>
        <p:nvGrpSpPr>
          <p:cNvPr id="18" name="Group 17"/>
          <p:cNvGrpSpPr/>
          <p:nvPr/>
        </p:nvGrpSpPr>
        <p:grpSpPr>
          <a:xfrm>
            <a:off x="3874126" y="3697811"/>
            <a:ext cx="3003699" cy="1584000"/>
            <a:chOff x="3122446" y="4691759"/>
            <a:chExt cx="3003699" cy="1584000"/>
          </a:xfrm>
        </p:grpSpPr>
        <p:grpSp>
          <p:nvGrpSpPr>
            <p:cNvPr id="103" name="Group 102"/>
            <p:cNvGrpSpPr>
              <a:grpSpLocks/>
            </p:cNvGrpSpPr>
            <p:nvPr/>
          </p:nvGrpSpPr>
          <p:grpSpPr>
            <a:xfrm>
              <a:off x="3480867" y="4691759"/>
              <a:ext cx="2592000" cy="1584000"/>
              <a:chOff x="892711" y="1270057"/>
              <a:chExt cx="5400000" cy="3950727"/>
            </a:xfrm>
          </p:grpSpPr>
          <p:sp>
            <p:nvSpPr>
              <p:cNvPr id="104" name="Rectangle 103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7" name="Rectangle 106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8" name="Rectangle 107"/>
            <p:cNvSpPr>
              <a:spLocks/>
            </p:cNvSpPr>
            <p:nvPr/>
          </p:nvSpPr>
          <p:spPr>
            <a:xfrm>
              <a:off x="5262145" y="6030438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/>
            <p:cNvSpPr>
              <a:spLocks/>
            </p:cNvSpPr>
            <p:nvPr/>
          </p:nvSpPr>
          <p:spPr>
            <a:xfrm>
              <a:off x="5320691" y="5842722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/>
            <p:cNvSpPr>
              <a:spLocks/>
            </p:cNvSpPr>
            <p:nvPr/>
          </p:nvSpPr>
          <p:spPr>
            <a:xfrm>
              <a:off x="5375976" y="5618055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9" name="Group 128"/>
            <p:cNvGrpSpPr/>
            <p:nvPr/>
          </p:nvGrpSpPr>
          <p:grpSpPr>
            <a:xfrm>
              <a:off x="3122446" y="4881475"/>
              <a:ext cx="689845" cy="400336"/>
              <a:chOff x="2354864" y="642068"/>
              <a:chExt cx="689845" cy="400336"/>
            </a:xfrm>
          </p:grpSpPr>
          <p:cxnSp>
            <p:nvCxnSpPr>
              <p:cNvPr id="130" name="Straight Arrow Connector 129"/>
              <p:cNvCxnSpPr/>
              <p:nvPr/>
            </p:nvCxnSpPr>
            <p:spPr>
              <a:xfrm>
                <a:off x="235486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TextBox 130"/>
              <p:cNvSpPr txBox="1"/>
              <p:nvPr/>
            </p:nvSpPr>
            <p:spPr>
              <a:xfrm>
                <a:off x="2549171" y="642068"/>
                <a:ext cx="2717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</p:grpSp>
      </p:grpSp>
      <p:sp>
        <p:nvSpPr>
          <p:cNvPr id="101" name="TextBox 100"/>
          <p:cNvSpPr txBox="1"/>
          <p:nvPr/>
        </p:nvSpPr>
        <p:spPr>
          <a:xfrm>
            <a:off x="4980399" y="5445188"/>
            <a:ext cx="38805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 just moved a pile of 2 discs from pole 2 to another pole. I already knew this would take 3 moves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06996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464" y="12338"/>
            <a:ext cx="5388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</a:t>
            </a:r>
            <a:r>
              <a:rPr lang="en-US" sz="2000" dirty="0" smtClean="0"/>
              <a:t>=3 discs </a:t>
            </a:r>
            <a:r>
              <a:rPr lang="mr-IN" sz="2000" dirty="0" smtClean="0"/>
              <a:t>–</a:t>
            </a:r>
            <a:r>
              <a:rPr lang="en-US" sz="2000" dirty="0" smtClean="0"/>
              <a:t> abbreviated version </a:t>
            </a:r>
            <a:endParaRPr lang="en-US" sz="2000" dirty="0"/>
          </a:p>
        </p:txBody>
      </p:sp>
      <p:sp>
        <p:nvSpPr>
          <p:cNvPr id="42" name="TextBox 41"/>
          <p:cNvSpPr txBox="1"/>
          <p:nvPr/>
        </p:nvSpPr>
        <p:spPr>
          <a:xfrm>
            <a:off x="3568448" y="3397330"/>
            <a:ext cx="37062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So 3+1+3 = 2*3 + 1 = 7 moves</a:t>
            </a:r>
            <a:endParaRPr lang="en-US" sz="2000" dirty="0"/>
          </a:p>
        </p:txBody>
      </p:sp>
      <p:grpSp>
        <p:nvGrpSpPr>
          <p:cNvPr id="3" name="Group 2"/>
          <p:cNvGrpSpPr/>
          <p:nvPr/>
        </p:nvGrpSpPr>
        <p:grpSpPr>
          <a:xfrm>
            <a:off x="0" y="454357"/>
            <a:ext cx="2592000" cy="1584000"/>
            <a:chOff x="70995" y="1232900"/>
            <a:chExt cx="2592000" cy="1584000"/>
          </a:xfrm>
        </p:grpSpPr>
        <p:grpSp>
          <p:nvGrpSpPr>
            <p:cNvPr id="11" name="Group 10"/>
            <p:cNvGrpSpPr>
              <a:grpSpLocks/>
            </p:cNvGrpSpPr>
            <p:nvPr/>
          </p:nvGrpSpPr>
          <p:grpSpPr>
            <a:xfrm>
              <a:off x="70995" y="1232900"/>
              <a:ext cx="2592000" cy="1584000"/>
              <a:chOff x="892711" y="1270057"/>
              <a:chExt cx="5400000" cy="3950727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" name="Rectangle 11"/>
            <p:cNvSpPr>
              <a:spLocks/>
            </p:cNvSpPr>
            <p:nvPr/>
          </p:nvSpPr>
          <p:spPr>
            <a:xfrm>
              <a:off x="70995" y="2583149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>
              <a:spLocks/>
            </p:cNvSpPr>
            <p:nvPr/>
          </p:nvSpPr>
          <p:spPr>
            <a:xfrm>
              <a:off x="127179" y="2402169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>
              <a:spLocks/>
            </p:cNvSpPr>
            <p:nvPr/>
          </p:nvSpPr>
          <p:spPr>
            <a:xfrm>
              <a:off x="171681" y="2237627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145202" y="454357"/>
            <a:ext cx="2592000" cy="1584000"/>
            <a:chOff x="633971" y="3711216"/>
            <a:chExt cx="2592000" cy="1584000"/>
          </a:xfrm>
        </p:grpSpPr>
        <p:grpSp>
          <p:nvGrpSpPr>
            <p:cNvPr id="61" name="Group 60"/>
            <p:cNvGrpSpPr>
              <a:grpSpLocks/>
            </p:cNvGrpSpPr>
            <p:nvPr/>
          </p:nvGrpSpPr>
          <p:grpSpPr>
            <a:xfrm>
              <a:off x="633971" y="3711216"/>
              <a:ext cx="2592000" cy="1584000"/>
              <a:chOff x="892711" y="1270057"/>
              <a:chExt cx="5400000" cy="3950727"/>
            </a:xfrm>
          </p:grpSpPr>
          <p:sp>
            <p:nvSpPr>
              <p:cNvPr id="62" name="Rectangle 61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6" name="Rectangle 65"/>
            <p:cNvSpPr>
              <a:spLocks/>
            </p:cNvSpPr>
            <p:nvPr/>
          </p:nvSpPr>
          <p:spPr>
            <a:xfrm>
              <a:off x="633971" y="5061465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>
              <a:spLocks/>
            </p:cNvSpPr>
            <p:nvPr/>
          </p:nvSpPr>
          <p:spPr>
            <a:xfrm>
              <a:off x="1594306" y="5061465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>
              <a:spLocks/>
            </p:cNvSpPr>
            <p:nvPr/>
          </p:nvSpPr>
          <p:spPr>
            <a:xfrm>
              <a:off x="1673713" y="4916841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234998" y="454357"/>
            <a:ext cx="2645278" cy="1584000"/>
            <a:chOff x="3716173" y="3722786"/>
            <a:chExt cx="2645278" cy="1584000"/>
          </a:xfrm>
        </p:grpSpPr>
        <p:grpSp>
          <p:nvGrpSpPr>
            <p:cNvPr id="76" name="Group 75"/>
            <p:cNvGrpSpPr>
              <a:grpSpLocks/>
            </p:cNvGrpSpPr>
            <p:nvPr/>
          </p:nvGrpSpPr>
          <p:grpSpPr>
            <a:xfrm>
              <a:off x="3716173" y="3722786"/>
              <a:ext cx="2592000" cy="1584000"/>
              <a:chOff x="892711" y="1270057"/>
              <a:chExt cx="5400000" cy="3950727"/>
            </a:xfrm>
          </p:grpSpPr>
          <p:sp>
            <p:nvSpPr>
              <p:cNvPr id="77" name="Rectangle 76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1" name="Rectangle 80"/>
            <p:cNvSpPr>
              <a:spLocks/>
            </p:cNvSpPr>
            <p:nvPr/>
          </p:nvSpPr>
          <p:spPr>
            <a:xfrm>
              <a:off x="5497451" y="5061465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>
              <a:spLocks/>
            </p:cNvSpPr>
            <p:nvPr/>
          </p:nvSpPr>
          <p:spPr>
            <a:xfrm>
              <a:off x="4676508" y="5073035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>
              <a:spLocks/>
            </p:cNvSpPr>
            <p:nvPr/>
          </p:nvSpPr>
          <p:spPr>
            <a:xfrm>
              <a:off x="4755915" y="4928411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" name="Group 102"/>
          <p:cNvGrpSpPr>
            <a:grpSpLocks/>
          </p:cNvGrpSpPr>
          <p:nvPr/>
        </p:nvGrpSpPr>
        <p:grpSpPr>
          <a:xfrm>
            <a:off x="664607" y="2745644"/>
            <a:ext cx="2592000" cy="1584000"/>
            <a:chOff x="892711" y="1270057"/>
            <a:chExt cx="5400000" cy="3950727"/>
          </a:xfrm>
        </p:grpSpPr>
        <p:sp>
          <p:nvSpPr>
            <p:cNvPr id="104" name="Rectangle 103"/>
            <p:cNvSpPr/>
            <p:nvPr/>
          </p:nvSpPr>
          <p:spPr>
            <a:xfrm>
              <a:off x="892711" y="5004784"/>
              <a:ext cx="5400000" cy="21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5431706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1702474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3571408" y="1270057"/>
              <a:ext cx="72000" cy="379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8" name="Rectangle 107"/>
          <p:cNvSpPr>
            <a:spLocks/>
          </p:cNvSpPr>
          <p:nvPr/>
        </p:nvSpPr>
        <p:spPr>
          <a:xfrm>
            <a:off x="2445885" y="4085455"/>
            <a:ext cx="864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>
            <a:spLocks/>
          </p:cNvSpPr>
          <p:nvPr/>
        </p:nvSpPr>
        <p:spPr>
          <a:xfrm>
            <a:off x="2536607" y="3906736"/>
            <a:ext cx="720000" cy="10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>
            <a:spLocks/>
          </p:cNvSpPr>
          <p:nvPr/>
        </p:nvSpPr>
        <p:spPr>
          <a:xfrm>
            <a:off x="2583144" y="3712971"/>
            <a:ext cx="576000" cy="10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3" name="Group 112"/>
          <p:cNvGrpSpPr/>
          <p:nvPr/>
        </p:nvGrpSpPr>
        <p:grpSpPr>
          <a:xfrm>
            <a:off x="2354864" y="642068"/>
            <a:ext cx="901743" cy="400336"/>
            <a:chOff x="2354864" y="642068"/>
            <a:chExt cx="901743" cy="400336"/>
          </a:xfrm>
        </p:grpSpPr>
        <p:cxnSp>
          <p:nvCxnSpPr>
            <p:cNvPr id="39" name="Straight Arrow Connector 38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549170" y="642068"/>
              <a:ext cx="7074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1-3</a:t>
              </a:r>
              <a:endParaRPr lang="en-US" dirty="0"/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142470" y="3047020"/>
            <a:ext cx="723384" cy="400336"/>
            <a:chOff x="2354864" y="642068"/>
            <a:chExt cx="723384" cy="400336"/>
          </a:xfrm>
        </p:grpSpPr>
        <p:cxnSp>
          <p:nvCxnSpPr>
            <p:cNvPr id="118" name="Straight Arrow Connector 117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/>
            <p:cNvSpPr txBox="1"/>
            <p:nvPr/>
          </p:nvSpPr>
          <p:spPr>
            <a:xfrm>
              <a:off x="2549170" y="642068"/>
              <a:ext cx="5290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5-7</a:t>
              </a:r>
              <a:endParaRPr lang="en-US" dirty="0"/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5545153" y="642068"/>
            <a:ext cx="689845" cy="400336"/>
            <a:chOff x="2354864" y="642068"/>
            <a:chExt cx="689845" cy="400336"/>
          </a:xfrm>
        </p:grpSpPr>
        <p:cxnSp>
          <p:nvCxnSpPr>
            <p:cNvPr id="121" name="Straight Arrow Connector 120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TextBox 121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1220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2583755" y="654627"/>
            <a:ext cx="689845" cy="400336"/>
            <a:chOff x="2354864" y="642068"/>
            <a:chExt cx="689845" cy="400336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177820" y="433333"/>
            <a:ext cx="2592000" cy="1584000"/>
            <a:chOff x="228891" y="667084"/>
            <a:chExt cx="2592000" cy="1584000"/>
          </a:xfrm>
        </p:grpSpPr>
        <p:grpSp>
          <p:nvGrpSpPr>
            <p:cNvPr id="4" name="Group 3"/>
            <p:cNvGrpSpPr/>
            <p:nvPr/>
          </p:nvGrpSpPr>
          <p:grpSpPr>
            <a:xfrm>
              <a:off x="228891" y="667084"/>
              <a:ext cx="2592000" cy="1584000"/>
              <a:chOff x="70995" y="1232900"/>
              <a:chExt cx="2592000" cy="1584000"/>
            </a:xfrm>
          </p:grpSpPr>
          <p:grpSp>
            <p:nvGrpSpPr>
              <p:cNvPr id="5" name="Group 4"/>
              <p:cNvGrpSpPr>
                <a:grpSpLocks/>
              </p:cNvGrpSpPr>
              <p:nvPr/>
            </p:nvGrpSpPr>
            <p:grpSpPr>
              <a:xfrm>
                <a:off x="70995" y="1232900"/>
                <a:ext cx="2592000" cy="1584000"/>
                <a:chOff x="892711" y="1270057"/>
                <a:chExt cx="5400000" cy="3950727"/>
              </a:xfrm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892711" y="5004784"/>
                  <a:ext cx="5400000" cy="21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Rectangle 9"/>
                <p:cNvSpPr/>
                <p:nvPr/>
              </p:nvSpPr>
              <p:spPr>
                <a:xfrm>
                  <a:off x="5431706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1702474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Rectangle 11"/>
                <p:cNvSpPr/>
                <p:nvPr/>
              </p:nvSpPr>
              <p:spPr>
                <a:xfrm>
                  <a:off x="3571408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6" name="Rectangle 5"/>
              <p:cNvSpPr>
                <a:spLocks/>
              </p:cNvSpPr>
              <p:nvPr/>
            </p:nvSpPr>
            <p:spPr>
              <a:xfrm>
                <a:off x="70995" y="2583149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/>
              <p:cNvSpPr>
                <a:spLocks/>
              </p:cNvSpPr>
              <p:nvPr/>
            </p:nvSpPr>
            <p:spPr>
              <a:xfrm>
                <a:off x="127179" y="2402169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>
                <a:spLocks/>
              </p:cNvSpPr>
              <p:nvPr/>
            </p:nvSpPr>
            <p:spPr>
              <a:xfrm>
                <a:off x="171681" y="2237627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Rectangle 15"/>
            <p:cNvSpPr>
              <a:spLocks/>
            </p:cNvSpPr>
            <p:nvPr/>
          </p:nvSpPr>
          <p:spPr>
            <a:xfrm>
              <a:off x="389824" y="1470893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33464" y="12338"/>
            <a:ext cx="3319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N=4 discs</a:t>
            </a:r>
            <a:endParaRPr lang="en-US" sz="2000" dirty="0"/>
          </a:p>
        </p:txBody>
      </p:sp>
      <p:grpSp>
        <p:nvGrpSpPr>
          <p:cNvPr id="118" name="Group 117"/>
          <p:cNvGrpSpPr/>
          <p:nvPr/>
        </p:nvGrpSpPr>
        <p:grpSpPr>
          <a:xfrm>
            <a:off x="3260607" y="428188"/>
            <a:ext cx="2592000" cy="1584000"/>
            <a:chOff x="3273600" y="641918"/>
            <a:chExt cx="2592000" cy="1584000"/>
          </a:xfrm>
        </p:grpSpPr>
        <p:grpSp>
          <p:nvGrpSpPr>
            <p:cNvPr id="18" name="Group 17"/>
            <p:cNvGrpSpPr/>
            <p:nvPr/>
          </p:nvGrpSpPr>
          <p:grpSpPr>
            <a:xfrm>
              <a:off x="3273600" y="641918"/>
              <a:ext cx="2592000" cy="1584000"/>
              <a:chOff x="70995" y="1232900"/>
              <a:chExt cx="2592000" cy="1584000"/>
            </a:xfrm>
          </p:grpSpPr>
          <p:grpSp>
            <p:nvGrpSpPr>
              <p:cNvPr id="19" name="Group 18"/>
              <p:cNvGrpSpPr>
                <a:grpSpLocks/>
              </p:cNvGrpSpPr>
              <p:nvPr/>
            </p:nvGrpSpPr>
            <p:grpSpPr>
              <a:xfrm>
                <a:off x="70995" y="1232900"/>
                <a:ext cx="2592000" cy="1584000"/>
                <a:chOff x="892711" y="1270057"/>
                <a:chExt cx="5400000" cy="3950727"/>
              </a:xfrm>
            </p:grpSpPr>
            <p:sp>
              <p:nvSpPr>
                <p:cNvPr id="23" name="Rectangle 22"/>
                <p:cNvSpPr/>
                <p:nvPr/>
              </p:nvSpPr>
              <p:spPr>
                <a:xfrm>
                  <a:off x="892711" y="5004784"/>
                  <a:ext cx="5400000" cy="21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Rectangle 23"/>
                <p:cNvSpPr/>
                <p:nvPr/>
              </p:nvSpPr>
              <p:spPr>
                <a:xfrm>
                  <a:off x="5431706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" name="Rectangle 24"/>
                <p:cNvSpPr/>
                <p:nvPr/>
              </p:nvSpPr>
              <p:spPr>
                <a:xfrm>
                  <a:off x="1702474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6" name="Rectangle 25"/>
                <p:cNvSpPr/>
                <p:nvPr/>
              </p:nvSpPr>
              <p:spPr>
                <a:xfrm>
                  <a:off x="3571408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0" name="Rectangle 19"/>
              <p:cNvSpPr>
                <a:spLocks/>
              </p:cNvSpPr>
              <p:nvPr/>
            </p:nvSpPr>
            <p:spPr>
              <a:xfrm>
                <a:off x="70995" y="2583149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>
                <a:spLocks/>
              </p:cNvSpPr>
              <p:nvPr/>
            </p:nvSpPr>
            <p:spPr>
              <a:xfrm>
                <a:off x="127179" y="2402169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>
                <a:spLocks/>
              </p:cNvSpPr>
              <p:nvPr/>
            </p:nvSpPr>
            <p:spPr>
              <a:xfrm>
                <a:off x="171681" y="2237627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Rectangle 26"/>
            <p:cNvSpPr>
              <a:spLocks/>
            </p:cNvSpPr>
            <p:nvPr/>
          </p:nvSpPr>
          <p:spPr>
            <a:xfrm>
              <a:off x="4343375" y="1985547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9" name="Group 118"/>
          <p:cNvGrpSpPr/>
          <p:nvPr/>
        </p:nvGrpSpPr>
        <p:grpSpPr>
          <a:xfrm>
            <a:off x="6352715" y="414484"/>
            <a:ext cx="2592000" cy="1584000"/>
            <a:chOff x="6362940" y="610132"/>
            <a:chExt cx="2592000" cy="1584000"/>
          </a:xfrm>
        </p:grpSpPr>
        <p:grpSp>
          <p:nvGrpSpPr>
            <p:cNvPr id="29" name="Group 28"/>
            <p:cNvGrpSpPr>
              <a:grpSpLocks/>
            </p:cNvGrpSpPr>
            <p:nvPr/>
          </p:nvGrpSpPr>
          <p:grpSpPr>
            <a:xfrm>
              <a:off x="6362940" y="610132"/>
              <a:ext cx="2592000" cy="1584000"/>
              <a:chOff x="892711" y="1270057"/>
              <a:chExt cx="5400000" cy="3950727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0" name="Rectangle 29"/>
            <p:cNvSpPr>
              <a:spLocks/>
            </p:cNvSpPr>
            <p:nvPr/>
          </p:nvSpPr>
          <p:spPr>
            <a:xfrm>
              <a:off x="6362940" y="1960381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>
              <a:spLocks/>
            </p:cNvSpPr>
            <p:nvPr/>
          </p:nvSpPr>
          <p:spPr>
            <a:xfrm>
              <a:off x="6419124" y="1779401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>
              <a:spLocks/>
            </p:cNvSpPr>
            <p:nvPr/>
          </p:nvSpPr>
          <p:spPr>
            <a:xfrm>
              <a:off x="8261256" y="1938167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>
              <a:spLocks/>
            </p:cNvSpPr>
            <p:nvPr/>
          </p:nvSpPr>
          <p:spPr>
            <a:xfrm>
              <a:off x="7431615" y="1963333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5729279" y="654627"/>
            <a:ext cx="689845" cy="400336"/>
            <a:chOff x="2354864" y="642068"/>
            <a:chExt cx="689845" cy="400336"/>
          </a:xfrm>
        </p:grpSpPr>
        <p:cxnSp>
          <p:nvCxnSpPr>
            <p:cNvPr id="39" name="Straight Arrow Connector 38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431471" y="2540609"/>
            <a:ext cx="2592000" cy="1584000"/>
            <a:chOff x="496514" y="2847340"/>
            <a:chExt cx="2592000" cy="1584000"/>
          </a:xfrm>
        </p:grpSpPr>
        <p:grpSp>
          <p:nvGrpSpPr>
            <p:cNvPr id="41" name="Group 40"/>
            <p:cNvGrpSpPr>
              <a:grpSpLocks/>
            </p:cNvGrpSpPr>
            <p:nvPr/>
          </p:nvGrpSpPr>
          <p:grpSpPr>
            <a:xfrm>
              <a:off x="496514" y="2847340"/>
              <a:ext cx="2592000" cy="1584000"/>
              <a:chOff x="892711" y="1270057"/>
              <a:chExt cx="5400000" cy="3950727"/>
            </a:xfrm>
          </p:grpSpPr>
          <p:sp>
            <p:nvSpPr>
              <p:cNvPr id="42" name="Rectangle 41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6" name="Rectangle 45"/>
            <p:cNvSpPr>
              <a:spLocks/>
            </p:cNvSpPr>
            <p:nvPr/>
          </p:nvSpPr>
          <p:spPr>
            <a:xfrm>
              <a:off x="496514" y="4197589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>
              <a:spLocks/>
            </p:cNvSpPr>
            <p:nvPr/>
          </p:nvSpPr>
          <p:spPr>
            <a:xfrm>
              <a:off x="552698" y="4016609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>
              <a:spLocks/>
            </p:cNvSpPr>
            <p:nvPr/>
          </p:nvSpPr>
          <p:spPr>
            <a:xfrm>
              <a:off x="2387232" y="4189020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>
              <a:spLocks/>
            </p:cNvSpPr>
            <p:nvPr/>
          </p:nvSpPr>
          <p:spPr>
            <a:xfrm>
              <a:off x="2459232" y="4018597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5964" y="2836434"/>
            <a:ext cx="689845" cy="400336"/>
            <a:chOff x="2354864" y="642068"/>
            <a:chExt cx="689845" cy="400336"/>
          </a:xfrm>
        </p:grpSpPr>
        <p:cxnSp>
          <p:nvCxnSpPr>
            <p:cNvPr id="51" name="Straight Arrow Connector 50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3</a:t>
              </a:r>
              <a:endParaRPr lang="en-US" dirty="0"/>
            </a:p>
          </p:txBody>
        </p:sp>
      </p:grpSp>
      <p:grpSp>
        <p:nvGrpSpPr>
          <p:cNvPr id="121" name="Group 120"/>
          <p:cNvGrpSpPr/>
          <p:nvPr/>
        </p:nvGrpSpPr>
        <p:grpSpPr>
          <a:xfrm>
            <a:off x="3374286" y="2540609"/>
            <a:ext cx="2592000" cy="1584000"/>
            <a:chOff x="3374286" y="2850815"/>
            <a:chExt cx="2592000" cy="1584000"/>
          </a:xfrm>
        </p:grpSpPr>
        <p:grpSp>
          <p:nvGrpSpPr>
            <p:cNvPr id="53" name="Group 52"/>
            <p:cNvGrpSpPr>
              <a:grpSpLocks/>
            </p:cNvGrpSpPr>
            <p:nvPr/>
          </p:nvGrpSpPr>
          <p:grpSpPr>
            <a:xfrm>
              <a:off x="3374286" y="2850815"/>
              <a:ext cx="2592000" cy="1584000"/>
              <a:chOff x="892711" y="1270057"/>
              <a:chExt cx="5400000" cy="3950727"/>
            </a:xfrm>
          </p:grpSpPr>
          <p:sp>
            <p:nvSpPr>
              <p:cNvPr id="54" name="Rectangle 53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8" name="Rectangle 57"/>
            <p:cNvSpPr>
              <a:spLocks/>
            </p:cNvSpPr>
            <p:nvPr/>
          </p:nvSpPr>
          <p:spPr>
            <a:xfrm>
              <a:off x="3374286" y="4201064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>
            <a:xfrm>
              <a:off x="4343375" y="4201064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>
              <a:spLocks/>
            </p:cNvSpPr>
            <p:nvPr/>
          </p:nvSpPr>
          <p:spPr>
            <a:xfrm>
              <a:off x="5228259" y="4208492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>
              <a:spLocks/>
            </p:cNvSpPr>
            <p:nvPr/>
          </p:nvSpPr>
          <p:spPr>
            <a:xfrm>
              <a:off x="5327697" y="4030600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2843397" y="2848272"/>
            <a:ext cx="689845" cy="400336"/>
            <a:chOff x="2354864" y="642068"/>
            <a:chExt cx="689845" cy="400336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6352715" y="2540609"/>
            <a:ext cx="2592000" cy="1584000"/>
            <a:chOff x="6387275" y="2836434"/>
            <a:chExt cx="2592000" cy="1584000"/>
          </a:xfrm>
        </p:grpSpPr>
        <p:grpSp>
          <p:nvGrpSpPr>
            <p:cNvPr id="65" name="Group 64"/>
            <p:cNvGrpSpPr>
              <a:grpSpLocks/>
            </p:cNvGrpSpPr>
            <p:nvPr/>
          </p:nvGrpSpPr>
          <p:grpSpPr>
            <a:xfrm>
              <a:off x="6387275" y="2836434"/>
              <a:ext cx="2592000" cy="1584000"/>
              <a:chOff x="892711" y="1270057"/>
              <a:chExt cx="5400000" cy="3950727"/>
            </a:xfrm>
          </p:grpSpPr>
          <p:sp>
            <p:nvSpPr>
              <p:cNvPr id="66" name="Rectangle 65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2" name="Group 121"/>
            <p:cNvGrpSpPr/>
            <p:nvPr/>
          </p:nvGrpSpPr>
          <p:grpSpPr>
            <a:xfrm>
              <a:off x="6387275" y="4072597"/>
              <a:ext cx="2449981" cy="263116"/>
              <a:chOff x="6387275" y="4072597"/>
              <a:chExt cx="2449981" cy="263116"/>
            </a:xfrm>
          </p:grpSpPr>
          <p:sp>
            <p:nvSpPr>
              <p:cNvPr id="70" name="Rectangle 69"/>
              <p:cNvSpPr>
                <a:spLocks/>
              </p:cNvSpPr>
              <p:nvPr/>
            </p:nvSpPr>
            <p:spPr>
              <a:xfrm>
                <a:off x="6387275" y="4227713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/>
              <p:cNvSpPr>
                <a:spLocks/>
              </p:cNvSpPr>
              <p:nvPr/>
            </p:nvSpPr>
            <p:spPr>
              <a:xfrm>
                <a:off x="7347610" y="4180597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1"/>
              <p:cNvSpPr>
                <a:spLocks/>
              </p:cNvSpPr>
              <p:nvPr/>
            </p:nvSpPr>
            <p:spPr>
              <a:xfrm>
                <a:off x="8261256" y="4180597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72"/>
              <p:cNvSpPr>
                <a:spLocks/>
              </p:cNvSpPr>
              <p:nvPr/>
            </p:nvSpPr>
            <p:spPr>
              <a:xfrm>
                <a:off x="6559961" y="4072597"/>
                <a:ext cx="432000" cy="10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4" name="Group 73"/>
          <p:cNvGrpSpPr/>
          <p:nvPr/>
        </p:nvGrpSpPr>
        <p:grpSpPr>
          <a:xfrm>
            <a:off x="5890761" y="2836434"/>
            <a:ext cx="689845" cy="400336"/>
            <a:chOff x="2354864" y="642068"/>
            <a:chExt cx="689845" cy="400336"/>
          </a:xfrm>
        </p:grpSpPr>
        <p:cxnSp>
          <p:nvCxnSpPr>
            <p:cNvPr id="75" name="Straight Arrow Connector 74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114346" y="4627922"/>
            <a:ext cx="2899820" cy="1584000"/>
            <a:chOff x="82004" y="5061660"/>
            <a:chExt cx="2899820" cy="1584000"/>
          </a:xfrm>
        </p:grpSpPr>
        <p:grpSp>
          <p:nvGrpSpPr>
            <p:cNvPr id="77" name="Group 76"/>
            <p:cNvGrpSpPr>
              <a:grpSpLocks/>
            </p:cNvGrpSpPr>
            <p:nvPr/>
          </p:nvGrpSpPr>
          <p:grpSpPr>
            <a:xfrm>
              <a:off x="389824" y="5061660"/>
              <a:ext cx="2592000" cy="1584000"/>
              <a:chOff x="892711" y="1270057"/>
              <a:chExt cx="5400000" cy="3950727"/>
            </a:xfrm>
          </p:grpSpPr>
          <p:sp>
            <p:nvSpPr>
              <p:cNvPr id="78" name="Rectangle 77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2" name="Rectangle 81"/>
            <p:cNvSpPr>
              <a:spLocks/>
            </p:cNvSpPr>
            <p:nvPr/>
          </p:nvSpPr>
          <p:spPr>
            <a:xfrm>
              <a:off x="389824" y="6452939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>
              <a:spLocks/>
            </p:cNvSpPr>
            <p:nvPr/>
          </p:nvSpPr>
          <p:spPr>
            <a:xfrm>
              <a:off x="1360514" y="6437263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>
              <a:spLocks/>
            </p:cNvSpPr>
            <p:nvPr/>
          </p:nvSpPr>
          <p:spPr>
            <a:xfrm>
              <a:off x="1401203" y="6282147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>
              <a:spLocks/>
            </p:cNvSpPr>
            <p:nvPr/>
          </p:nvSpPr>
          <p:spPr>
            <a:xfrm>
              <a:off x="562510" y="6297823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6" name="Group 85"/>
            <p:cNvGrpSpPr/>
            <p:nvPr/>
          </p:nvGrpSpPr>
          <p:grpSpPr>
            <a:xfrm>
              <a:off x="82004" y="5347353"/>
              <a:ext cx="689845" cy="400336"/>
              <a:chOff x="2354864" y="642068"/>
              <a:chExt cx="689845" cy="400336"/>
            </a:xfrm>
          </p:grpSpPr>
          <p:cxnSp>
            <p:nvCxnSpPr>
              <p:cNvPr id="87" name="Straight Arrow Connector 86"/>
              <p:cNvCxnSpPr/>
              <p:nvPr/>
            </p:nvCxnSpPr>
            <p:spPr>
              <a:xfrm>
                <a:off x="235486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TextBox 87"/>
              <p:cNvSpPr txBox="1"/>
              <p:nvPr/>
            </p:nvSpPr>
            <p:spPr>
              <a:xfrm>
                <a:off x="2549171" y="642068"/>
                <a:ext cx="2717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</p:grpSp>
      </p:grpSp>
      <p:grpSp>
        <p:nvGrpSpPr>
          <p:cNvPr id="115" name="Group 114"/>
          <p:cNvGrpSpPr/>
          <p:nvPr/>
        </p:nvGrpSpPr>
        <p:grpSpPr>
          <a:xfrm>
            <a:off x="2843397" y="4553104"/>
            <a:ext cx="3047153" cy="1584000"/>
            <a:chOff x="2854306" y="5061660"/>
            <a:chExt cx="3047153" cy="1584000"/>
          </a:xfrm>
        </p:grpSpPr>
        <p:grpSp>
          <p:nvGrpSpPr>
            <p:cNvPr id="89" name="Group 88"/>
            <p:cNvGrpSpPr>
              <a:grpSpLocks/>
            </p:cNvGrpSpPr>
            <p:nvPr/>
          </p:nvGrpSpPr>
          <p:grpSpPr>
            <a:xfrm>
              <a:off x="3309459" y="5061660"/>
              <a:ext cx="2592000" cy="1584000"/>
              <a:chOff x="892711" y="1270057"/>
              <a:chExt cx="5400000" cy="3950727"/>
            </a:xfrm>
          </p:grpSpPr>
          <p:sp>
            <p:nvSpPr>
              <p:cNvPr id="90" name="Rectangle 89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4" name="Rectangle 93"/>
            <p:cNvSpPr>
              <a:spLocks/>
            </p:cNvSpPr>
            <p:nvPr/>
          </p:nvSpPr>
          <p:spPr>
            <a:xfrm>
              <a:off x="3309459" y="6452939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>
              <a:spLocks/>
            </p:cNvSpPr>
            <p:nvPr/>
          </p:nvSpPr>
          <p:spPr>
            <a:xfrm>
              <a:off x="4305935" y="6285096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>
              <a:spLocks/>
            </p:cNvSpPr>
            <p:nvPr/>
          </p:nvSpPr>
          <p:spPr>
            <a:xfrm>
              <a:off x="4379234" y="6100208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7" name="Group 96"/>
            <p:cNvGrpSpPr/>
            <p:nvPr/>
          </p:nvGrpSpPr>
          <p:grpSpPr>
            <a:xfrm>
              <a:off x="2854306" y="5347353"/>
              <a:ext cx="689845" cy="400336"/>
              <a:chOff x="2354864" y="642068"/>
              <a:chExt cx="689845" cy="400336"/>
            </a:xfrm>
          </p:grpSpPr>
          <p:cxnSp>
            <p:nvCxnSpPr>
              <p:cNvPr id="98" name="Straight Arrow Connector 97"/>
              <p:cNvCxnSpPr/>
              <p:nvPr/>
            </p:nvCxnSpPr>
            <p:spPr>
              <a:xfrm>
                <a:off x="235486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TextBox 98"/>
              <p:cNvSpPr txBox="1"/>
              <p:nvPr/>
            </p:nvSpPr>
            <p:spPr>
              <a:xfrm>
                <a:off x="2549171" y="642068"/>
                <a:ext cx="2717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7</a:t>
                </a:r>
                <a:endParaRPr lang="en-US" dirty="0"/>
              </a:p>
            </p:txBody>
          </p:sp>
        </p:grpSp>
        <p:sp>
          <p:nvSpPr>
            <p:cNvPr id="100" name="Rectangle 99"/>
            <p:cNvSpPr>
              <a:spLocks/>
            </p:cNvSpPr>
            <p:nvPr/>
          </p:nvSpPr>
          <p:spPr>
            <a:xfrm>
              <a:off x="4269794" y="6435381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5890761" y="4541319"/>
            <a:ext cx="3102876" cy="1584000"/>
            <a:chOff x="5929677" y="5045984"/>
            <a:chExt cx="3102876" cy="1584000"/>
          </a:xfrm>
        </p:grpSpPr>
        <p:grpSp>
          <p:nvGrpSpPr>
            <p:cNvPr id="101" name="Group 100"/>
            <p:cNvGrpSpPr>
              <a:grpSpLocks/>
            </p:cNvGrpSpPr>
            <p:nvPr/>
          </p:nvGrpSpPr>
          <p:grpSpPr>
            <a:xfrm>
              <a:off x="6384830" y="5045984"/>
              <a:ext cx="2592000" cy="1584000"/>
              <a:chOff x="892711" y="1270057"/>
              <a:chExt cx="5400000" cy="3950727"/>
            </a:xfrm>
          </p:grpSpPr>
          <p:sp>
            <p:nvSpPr>
              <p:cNvPr id="102" name="Rectangle 101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angle 102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4" name="Rectangle 103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6" name="Rectangle 105"/>
            <p:cNvSpPr>
              <a:spLocks/>
            </p:cNvSpPr>
            <p:nvPr/>
          </p:nvSpPr>
          <p:spPr>
            <a:xfrm>
              <a:off x="8168553" y="6381381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>
              <a:spLocks/>
            </p:cNvSpPr>
            <p:nvPr/>
          </p:nvSpPr>
          <p:spPr>
            <a:xfrm>
              <a:off x="7419610" y="6237980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/>
            <p:cNvSpPr>
              <a:spLocks/>
            </p:cNvSpPr>
            <p:nvPr/>
          </p:nvSpPr>
          <p:spPr>
            <a:xfrm>
              <a:off x="7499697" y="6084532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9" name="Group 108"/>
            <p:cNvGrpSpPr/>
            <p:nvPr/>
          </p:nvGrpSpPr>
          <p:grpSpPr>
            <a:xfrm>
              <a:off x="5929677" y="5331677"/>
              <a:ext cx="689845" cy="400336"/>
              <a:chOff x="2354864" y="642068"/>
              <a:chExt cx="689845" cy="400336"/>
            </a:xfrm>
          </p:grpSpPr>
          <p:cxnSp>
            <p:nvCxnSpPr>
              <p:cNvPr id="110" name="Straight Arrow Connector 109"/>
              <p:cNvCxnSpPr/>
              <p:nvPr/>
            </p:nvCxnSpPr>
            <p:spPr>
              <a:xfrm>
                <a:off x="235486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TextBox 110"/>
              <p:cNvSpPr txBox="1"/>
              <p:nvPr/>
            </p:nvSpPr>
            <p:spPr>
              <a:xfrm>
                <a:off x="2549170" y="642068"/>
                <a:ext cx="4359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</p:grpSp>
        <p:sp>
          <p:nvSpPr>
            <p:cNvPr id="112" name="Rectangle 111"/>
            <p:cNvSpPr>
              <a:spLocks/>
            </p:cNvSpPr>
            <p:nvPr/>
          </p:nvSpPr>
          <p:spPr>
            <a:xfrm>
              <a:off x="7345165" y="6383263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4" name="TextBox 123"/>
          <p:cNvSpPr txBox="1"/>
          <p:nvPr/>
        </p:nvSpPr>
        <p:spPr>
          <a:xfrm>
            <a:off x="5290701" y="6323309"/>
            <a:ext cx="3319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mtClean="0"/>
              <a:t>Continued </a:t>
            </a:r>
            <a:r>
              <a:rPr lang="en-US" sz="2000" smtClean="0"/>
              <a:t> on </a:t>
            </a:r>
            <a:r>
              <a:rPr lang="en-US" sz="2000" dirty="0" smtClean="0"/>
              <a:t>next slide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62394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464" y="12338"/>
            <a:ext cx="3319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N=4 discs continued</a:t>
            </a:r>
            <a:endParaRPr lang="en-US" sz="2000" dirty="0"/>
          </a:p>
        </p:txBody>
      </p:sp>
      <p:grpSp>
        <p:nvGrpSpPr>
          <p:cNvPr id="5" name="Group 4"/>
          <p:cNvGrpSpPr/>
          <p:nvPr/>
        </p:nvGrpSpPr>
        <p:grpSpPr>
          <a:xfrm>
            <a:off x="166071" y="477523"/>
            <a:ext cx="2647723" cy="1584000"/>
            <a:chOff x="6384830" y="5045984"/>
            <a:chExt cx="2647723" cy="1584000"/>
          </a:xfrm>
        </p:grpSpPr>
        <p:grpSp>
          <p:nvGrpSpPr>
            <p:cNvPr id="6" name="Group 5"/>
            <p:cNvGrpSpPr>
              <a:grpSpLocks/>
            </p:cNvGrpSpPr>
            <p:nvPr/>
          </p:nvGrpSpPr>
          <p:grpSpPr>
            <a:xfrm>
              <a:off x="6384830" y="5045984"/>
              <a:ext cx="2592000" cy="1584000"/>
              <a:chOff x="892711" y="1270057"/>
              <a:chExt cx="5400000" cy="3950727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" name="Rectangle 6"/>
            <p:cNvSpPr>
              <a:spLocks/>
            </p:cNvSpPr>
            <p:nvPr/>
          </p:nvSpPr>
          <p:spPr>
            <a:xfrm>
              <a:off x="8168553" y="6381381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>
              <a:spLocks/>
            </p:cNvSpPr>
            <p:nvPr/>
          </p:nvSpPr>
          <p:spPr>
            <a:xfrm>
              <a:off x="7419610" y="6237980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>
              <a:spLocks/>
            </p:cNvSpPr>
            <p:nvPr/>
          </p:nvSpPr>
          <p:spPr>
            <a:xfrm>
              <a:off x="7499697" y="6084532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>
              <a:spLocks/>
            </p:cNvSpPr>
            <p:nvPr/>
          </p:nvSpPr>
          <p:spPr>
            <a:xfrm>
              <a:off x="7345165" y="6383263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181774" y="477523"/>
            <a:ext cx="2647723" cy="1584000"/>
            <a:chOff x="6384830" y="5045984"/>
            <a:chExt cx="2647723" cy="1584000"/>
          </a:xfrm>
        </p:grpSpPr>
        <p:grpSp>
          <p:nvGrpSpPr>
            <p:cNvPr id="19" name="Group 18"/>
            <p:cNvGrpSpPr>
              <a:grpSpLocks/>
            </p:cNvGrpSpPr>
            <p:nvPr/>
          </p:nvGrpSpPr>
          <p:grpSpPr>
            <a:xfrm>
              <a:off x="6384830" y="5045984"/>
              <a:ext cx="2592000" cy="1584000"/>
              <a:chOff x="892711" y="1270057"/>
              <a:chExt cx="5400000" cy="3950727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0" name="Rectangle 19"/>
            <p:cNvSpPr>
              <a:spLocks/>
            </p:cNvSpPr>
            <p:nvPr/>
          </p:nvSpPr>
          <p:spPr>
            <a:xfrm>
              <a:off x="8168553" y="6381381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>
              <a:spLocks/>
            </p:cNvSpPr>
            <p:nvPr/>
          </p:nvSpPr>
          <p:spPr>
            <a:xfrm>
              <a:off x="7419610" y="6237980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>
              <a:spLocks/>
            </p:cNvSpPr>
            <p:nvPr/>
          </p:nvSpPr>
          <p:spPr>
            <a:xfrm>
              <a:off x="8347548" y="6237980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>
              <a:spLocks/>
            </p:cNvSpPr>
            <p:nvPr/>
          </p:nvSpPr>
          <p:spPr>
            <a:xfrm>
              <a:off x="7345165" y="6383263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662995" y="654627"/>
            <a:ext cx="689845" cy="400336"/>
            <a:chOff x="2354864" y="642068"/>
            <a:chExt cx="689845" cy="400336"/>
          </a:xfrm>
        </p:grpSpPr>
        <p:cxnSp>
          <p:nvCxnSpPr>
            <p:cNvPr id="29" name="Straight Arrow Connector 28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9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576492" y="489320"/>
            <a:ext cx="3220786" cy="1584000"/>
            <a:chOff x="5576492" y="489320"/>
            <a:chExt cx="3220786" cy="1584000"/>
          </a:xfrm>
        </p:grpSpPr>
        <p:grpSp>
          <p:nvGrpSpPr>
            <p:cNvPr id="31" name="Group 30"/>
            <p:cNvGrpSpPr/>
            <p:nvPr/>
          </p:nvGrpSpPr>
          <p:grpSpPr>
            <a:xfrm>
              <a:off x="6149555" y="489320"/>
              <a:ext cx="2647723" cy="1584000"/>
              <a:chOff x="6384830" y="5045984"/>
              <a:chExt cx="2647723" cy="1584000"/>
            </a:xfrm>
          </p:grpSpPr>
          <p:grpSp>
            <p:nvGrpSpPr>
              <p:cNvPr id="32" name="Group 31"/>
              <p:cNvGrpSpPr>
                <a:grpSpLocks/>
              </p:cNvGrpSpPr>
              <p:nvPr/>
            </p:nvGrpSpPr>
            <p:grpSpPr>
              <a:xfrm>
                <a:off x="6384830" y="5045984"/>
                <a:ext cx="2592000" cy="1584000"/>
                <a:chOff x="892711" y="1270057"/>
                <a:chExt cx="5400000" cy="3950727"/>
              </a:xfrm>
            </p:grpSpPr>
            <p:sp>
              <p:nvSpPr>
                <p:cNvPr id="37" name="Rectangle 36"/>
                <p:cNvSpPr/>
                <p:nvPr/>
              </p:nvSpPr>
              <p:spPr>
                <a:xfrm>
                  <a:off x="892711" y="5004784"/>
                  <a:ext cx="5400000" cy="21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5431706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1702474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3571408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33" name="Rectangle 32"/>
              <p:cNvSpPr>
                <a:spLocks/>
              </p:cNvSpPr>
              <p:nvPr/>
            </p:nvSpPr>
            <p:spPr>
              <a:xfrm>
                <a:off x="8168553" y="6381381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/>
              <p:cNvSpPr>
                <a:spLocks/>
              </p:cNvSpPr>
              <p:nvPr/>
            </p:nvSpPr>
            <p:spPr>
              <a:xfrm>
                <a:off x="6520076" y="6381381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/>
              <p:cNvSpPr>
                <a:spLocks/>
              </p:cNvSpPr>
              <p:nvPr/>
            </p:nvSpPr>
            <p:spPr>
              <a:xfrm>
                <a:off x="8347548" y="6237980"/>
                <a:ext cx="432000" cy="10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/>
              <p:cNvSpPr>
                <a:spLocks/>
              </p:cNvSpPr>
              <p:nvPr/>
            </p:nvSpPr>
            <p:spPr>
              <a:xfrm>
                <a:off x="7345165" y="6383263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5576492" y="623623"/>
              <a:ext cx="689845" cy="400336"/>
              <a:chOff x="2354864" y="642068"/>
              <a:chExt cx="689845" cy="400336"/>
            </a:xfrm>
          </p:grpSpPr>
          <p:cxnSp>
            <p:nvCxnSpPr>
              <p:cNvPr id="42" name="Straight Arrow Connector 41"/>
              <p:cNvCxnSpPr/>
              <p:nvPr/>
            </p:nvCxnSpPr>
            <p:spPr>
              <a:xfrm>
                <a:off x="235486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/>
              <p:cNvSpPr txBox="1"/>
              <p:nvPr/>
            </p:nvSpPr>
            <p:spPr>
              <a:xfrm>
                <a:off x="2549171" y="642068"/>
                <a:ext cx="495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</a:t>
                </a:r>
                <a:endParaRPr lang="en-US" dirty="0"/>
              </a:p>
            </p:txBody>
          </p:sp>
        </p:grpSp>
      </p:grpSp>
      <p:grpSp>
        <p:nvGrpSpPr>
          <p:cNvPr id="45" name="Group 44"/>
          <p:cNvGrpSpPr/>
          <p:nvPr/>
        </p:nvGrpSpPr>
        <p:grpSpPr>
          <a:xfrm>
            <a:off x="33464" y="2450950"/>
            <a:ext cx="3220786" cy="1584000"/>
            <a:chOff x="5576492" y="489320"/>
            <a:chExt cx="3220786" cy="1584000"/>
          </a:xfrm>
        </p:grpSpPr>
        <p:grpSp>
          <p:nvGrpSpPr>
            <p:cNvPr id="46" name="Group 45"/>
            <p:cNvGrpSpPr/>
            <p:nvPr/>
          </p:nvGrpSpPr>
          <p:grpSpPr>
            <a:xfrm>
              <a:off x="6149555" y="489320"/>
              <a:ext cx="2647723" cy="1584000"/>
              <a:chOff x="6384830" y="5045984"/>
              <a:chExt cx="2647723" cy="1584000"/>
            </a:xfrm>
          </p:grpSpPr>
          <p:grpSp>
            <p:nvGrpSpPr>
              <p:cNvPr id="50" name="Group 49"/>
              <p:cNvGrpSpPr>
                <a:grpSpLocks/>
              </p:cNvGrpSpPr>
              <p:nvPr/>
            </p:nvGrpSpPr>
            <p:grpSpPr>
              <a:xfrm>
                <a:off x="6384830" y="5045984"/>
                <a:ext cx="2592000" cy="1584000"/>
                <a:chOff x="892711" y="1270057"/>
                <a:chExt cx="5400000" cy="3950727"/>
              </a:xfrm>
            </p:grpSpPr>
            <p:sp>
              <p:nvSpPr>
                <p:cNvPr id="55" name="Rectangle 54"/>
                <p:cNvSpPr/>
                <p:nvPr/>
              </p:nvSpPr>
              <p:spPr>
                <a:xfrm>
                  <a:off x="892711" y="5004784"/>
                  <a:ext cx="5400000" cy="21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/>
                <p:cNvSpPr/>
                <p:nvPr/>
              </p:nvSpPr>
              <p:spPr>
                <a:xfrm>
                  <a:off x="5431706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7" name="Rectangle 56"/>
                <p:cNvSpPr/>
                <p:nvPr/>
              </p:nvSpPr>
              <p:spPr>
                <a:xfrm>
                  <a:off x="1702474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8" name="Rectangle 57"/>
                <p:cNvSpPr/>
                <p:nvPr/>
              </p:nvSpPr>
              <p:spPr>
                <a:xfrm>
                  <a:off x="3571408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51" name="Rectangle 50"/>
              <p:cNvSpPr>
                <a:spLocks/>
              </p:cNvSpPr>
              <p:nvPr/>
            </p:nvSpPr>
            <p:spPr>
              <a:xfrm>
                <a:off x="8168553" y="6381381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/>
              <p:cNvSpPr>
                <a:spLocks/>
              </p:cNvSpPr>
              <p:nvPr/>
            </p:nvSpPr>
            <p:spPr>
              <a:xfrm>
                <a:off x="6520076" y="6381381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/>
              <p:cNvSpPr>
                <a:spLocks/>
              </p:cNvSpPr>
              <p:nvPr/>
            </p:nvSpPr>
            <p:spPr>
              <a:xfrm>
                <a:off x="6592076" y="6226521"/>
                <a:ext cx="432000" cy="10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/>
              <p:cNvSpPr>
                <a:spLocks/>
              </p:cNvSpPr>
              <p:nvPr/>
            </p:nvSpPr>
            <p:spPr>
              <a:xfrm>
                <a:off x="7345165" y="6383263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5576492" y="623623"/>
              <a:ext cx="689845" cy="400336"/>
              <a:chOff x="2354864" y="642068"/>
              <a:chExt cx="689845" cy="400336"/>
            </a:xfrm>
          </p:grpSpPr>
          <p:cxnSp>
            <p:nvCxnSpPr>
              <p:cNvPr id="48" name="Straight Arrow Connector 47"/>
              <p:cNvCxnSpPr/>
              <p:nvPr/>
            </p:nvCxnSpPr>
            <p:spPr>
              <a:xfrm>
                <a:off x="235486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/>
              <p:cNvSpPr txBox="1"/>
              <p:nvPr/>
            </p:nvSpPr>
            <p:spPr>
              <a:xfrm>
                <a:off x="2549171" y="642068"/>
                <a:ext cx="495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11</a:t>
                </a:r>
                <a:endParaRPr lang="en-US" dirty="0"/>
              </a:p>
            </p:txBody>
          </p:sp>
        </p:grpSp>
      </p:grpSp>
      <p:grpSp>
        <p:nvGrpSpPr>
          <p:cNvPr id="59" name="Group 58"/>
          <p:cNvGrpSpPr/>
          <p:nvPr/>
        </p:nvGrpSpPr>
        <p:grpSpPr>
          <a:xfrm>
            <a:off x="2948638" y="2450950"/>
            <a:ext cx="3220786" cy="1584000"/>
            <a:chOff x="5576492" y="489320"/>
            <a:chExt cx="3220786" cy="1584000"/>
          </a:xfrm>
        </p:grpSpPr>
        <p:grpSp>
          <p:nvGrpSpPr>
            <p:cNvPr id="60" name="Group 59"/>
            <p:cNvGrpSpPr/>
            <p:nvPr/>
          </p:nvGrpSpPr>
          <p:grpSpPr>
            <a:xfrm>
              <a:off x="6149555" y="489320"/>
              <a:ext cx="2647723" cy="1584000"/>
              <a:chOff x="6384830" y="5045984"/>
              <a:chExt cx="2647723" cy="1584000"/>
            </a:xfrm>
          </p:grpSpPr>
          <p:grpSp>
            <p:nvGrpSpPr>
              <p:cNvPr id="64" name="Group 63"/>
              <p:cNvGrpSpPr>
                <a:grpSpLocks/>
              </p:cNvGrpSpPr>
              <p:nvPr/>
            </p:nvGrpSpPr>
            <p:grpSpPr>
              <a:xfrm>
                <a:off x="6384830" y="5045984"/>
                <a:ext cx="2592000" cy="1584000"/>
                <a:chOff x="892711" y="1270057"/>
                <a:chExt cx="5400000" cy="3950727"/>
              </a:xfrm>
            </p:grpSpPr>
            <p:sp>
              <p:nvSpPr>
                <p:cNvPr id="69" name="Rectangle 68"/>
                <p:cNvSpPr/>
                <p:nvPr/>
              </p:nvSpPr>
              <p:spPr>
                <a:xfrm>
                  <a:off x="892711" y="5004784"/>
                  <a:ext cx="5400000" cy="21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Rectangle 69"/>
                <p:cNvSpPr/>
                <p:nvPr/>
              </p:nvSpPr>
              <p:spPr>
                <a:xfrm>
                  <a:off x="5431706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1" name="Rectangle 70"/>
                <p:cNvSpPr/>
                <p:nvPr/>
              </p:nvSpPr>
              <p:spPr>
                <a:xfrm>
                  <a:off x="1702474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2" name="Rectangle 71"/>
                <p:cNvSpPr/>
                <p:nvPr/>
              </p:nvSpPr>
              <p:spPr>
                <a:xfrm>
                  <a:off x="3571408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65" name="Rectangle 64"/>
              <p:cNvSpPr>
                <a:spLocks/>
              </p:cNvSpPr>
              <p:nvPr/>
            </p:nvSpPr>
            <p:spPr>
              <a:xfrm>
                <a:off x="8168553" y="6381381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tangle 65"/>
              <p:cNvSpPr>
                <a:spLocks/>
              </p:cNvSpPr>
              <p:nvPr/>
            </p:nvSpPr>
            <p:spPr>
              <a:xfrm>
                <a:off x="6520076" y="6381381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66"/>
              <p:cNvSpPr>
                <a:spLocks/>
              </p:cNvSpPr>
              <p:nvPr/>
            </p:nvSpPr>
            <p:spPr>
              <a:xfrm>
                <a:off x="6592076" y="6226521"/>
                <a:ext cx="432000" cy="10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tangle 67"/>
              <p:cNvSpPr>
                <a:spLocks/>
              </p:cNvSpPr>
              <p:nvPr/>
            </p:nvSpPr>
            <p:spPr>
              <a:xfrm>
                <a:off x="8238108" y="6241467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>
              <a:off x="5576492" y="623623"/>
              <a:ext cx="689845" cy="400336"/>
              <a:chOff x="2354864" y="642068"/>
              <a:chExt cx="689845" cy="400336"/>
            </a:xfrm>
          </p:grpSpPr>
          <p:cxnSp>
            <p:nvCxnSpPr>
              <p:cNvPr id="62" name="Straight Arrow Connector 61"/>
              <p:cNvCxnSpPr/>
              <p:nvPr/>
            </p:nvCxnSpPr>
            <p:spPr>
              <a:xfrm>
                <a:off x="235486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TextBox 62"/>
              <p:cNvSpPr txBox="1"/>
              <p:nvPr/>
            </p:nvSpPr>
            <p:spPr>
              <a:xfrm>
                <a:off x="2549171" y="642068"/>
                <a:ext cx="495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12</a:t>
                </a:r>
                <a:endParaRPr lang="en-US" dirty="0"/>
              </a:p>
            </p:txBody>
          </p:sp>
        </p:grpSp>
      </p:grpSp>
      <p:grpSp>
        <p:nvGrpSpPr>
          <p:cNvPr id="73" name="Group 72"/>
          <p:cNvGrpSpPr/>
          <p:nvPr/>
        </p:nvGrpSpPr>
        <p:grpSpPr>
          <a:xfrm>
            <a:off x="6001914" y="2450950"/>
            <a:ext cx="2992646" cy="1584000"/>
            <a:chOff x="5804632" y="489320"/>
            <a:chExt cx="2992646" cy="1584000"/>
          </a:xfrm>
        </p:grpSpPr>
        <p:grpSp>
          <p:nvGrpSpPr>
            <p:cNvPr id="74" name="Group 73"/>
            <p:cNvGrpSpPr/>
            <p:nvPr/>
          </p:nvGrpSpPr>
          <p:grpSpPr>
            <a:xfrm>
              <a:off x="6149555" y="489320"/>
              <a:ext cx="2647723" cy="1584000"/>
              <a:chOff x="6384830" y="5045984"/>
              <a:chExt cx="2647723" cy="1584000"/>
            </a:xfrm>
          </p:grpSpPr>
          <p:grpSp>
            <p:nvGrpSpPr>
              <p:cNvPr id="78" name="Group 77"/>
              <p:cNvGrpSpPr>
                <a:grpSpLocks/>
              </p:cNvGrpSpPr>
              <p:nvPr/>
            </p:nvGrpSpPr>
            <p:grpSpPr>
              <a:xfrm>
                <a:off x="6384830" y="5045984"/>
                <a:ext cx="2592000" cy="1584000"/>
                <a:chOff x="892711" y="1270057"/>
                <a:chExt cx="5400000" cy="3950727"/>
              </a:xfrm>
            </p:grpSpPr>
            <p:sp>
              <p:nvSpPr>
                <p:cNvPr id="83" name="Rectangle 82"/>
                <p:cNvSpPr/>
                <p:nvPr/>
              </p:nvSpPr>
              <p:spPr>
                <a:xfrm>
                  <a:off x="892711" y="5004784"/>
                  <a:ext cx="5400000" cy="21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Rectangle 83"/>
                <p:cNvSpPr/>
                <p:nvPr/>
              </p:nvSpPr>
              <p:spPr>
                <a:xfrm>
                  <a:off x="5431706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1702474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3571408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79" name="Rectangle 78"/>
              <p:cNvSpPr>
                <a:spLocks/>
              </p:cNvSpPr>
              <p:nvPr/>
            </p:nvSpPr>
            <p:spPr>
              <a:xfrm>
                <a:off x="8168553" y="6381381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>
                <a:spLocks/>
              </p:cNvSpPr>
              <p:nvPr/>
            </p:nvSpPr>
            <p:spPr>
              <a:xfrm>
                <a:off x="6520076" y="6381381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 80"/>
              <p:cNvSpPr>
                <a:spLocks/>
              </p:cNvSpPr>
              <p:nvPr/>
            </p:nvSpPr>
            <p:spPr>
              <a:xfrm>
                <a:off x="7419965" y="6381381"/>
                <a:ext cx="432000" cy="10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/>
              <p:cNvSpPr>
                <a:spLocks/>
              </p:cNvSpPr>
              <p:nvPr/>
            </p:nvSpPr>
            <p:spPr>
              <a:xfrm>
                <a:off x="8238108" y="6241467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5" name="Group 74"/>
            <p:cNvGrpSpPr/>
            <p:nvPr/>
          </p:nvGrpSpPr>
          <p:grpSpPr>
            <a:xfrm>
              <a:off x="5804632" y="623623"/>
              <a:ext cx="689845" cy="400336"/>
              <a:chOff x="2583004" y="642068"/>
              <a:chExt cx="689845" cy="400336"/>
            </a:xfrm>
          </p:grpSpPr>
          <p:cxnSp>
            <p:nvCxnSpPr>
              <p:cNvPr id="76" name="Straight Arrow Connector 75"/>
              <p:cNvCxnSpPr/>
              <p:nvPr/>
            </p:nvCxnSpPr>
            <p:spPr>
              <a:xfrm>
                <a:off x="258300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TextBox 76"/>
              <p:cNvSpPr txBox="1"/>
              <p:nvPr/>
            </p:nvSpPr>
            <p:spPr>
              <a:xfrm>
                <a:off x="2649361" y="642068"/>
                <a:ext cx="495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13</a:t>
                </a:r>
                <a:endParaRPr lang="en-US" dirty="0"/>
              </a:p>
            </p:txBody>
          </p:sp>
        </p:grpSp>
      </p:grpSp>
      <p:grpSp>
        <p:nvGrpSpPr>
          <p:cNvPr id="87" name="Group 86"/>
          <p:cNvGrpSpPr/>
          <p:nvPr/>
        </p:nvGrpSpPr>
        <p:grpSpPr>
          <a:xfrm>
            <a:off x="37224" y="4631426"/>
            <a:ext cx="2992646" cy="1584000"/>
            <a:chOff x="5804632" y="489320"/>
            <a:chExt cx="2992646" cy="1584000"/>
          </a:xfrm>
        </p:grpSpPr>
        <p:grpSp>
          <p:nvGrpSpPr>
            <p:cNvPr id="88" name="Group 87"/>
            <p:cNvGrpSpPr/>
            <p:nvPr/>
          </p:nvGrpSpPr>
          <p:grpSpPr>
            <a:xfrm>
              <a:off x="6149555" y="489320"/>
              <a:ext cx="2647723" cy="1584000"/>
              <a:chOff x="6384830" y="5045984"/>
              <a:chExt cx="2647723" cy="1584000"/>
            </a:xfrm>
          </p:grpSpPr>
          <p:grpSp>
            <p:nvGrpSpPr>
              <p:cNvPr id="92" name="Group 91"/>
              <p:cNvGrpSpPr>
                <a:grpSpLocks/>
              </p:cNvGrpSpPr>
              <p:nvPr/>
            </p:nvGrpSpPr>
            <p:grpSpPr>
              <a:xfrm>
                <a:off x="6384830" y="5045984"/>
                <a:ext cx="2592000" cy="1584000"/>
                <a:chOff x="892711" y="1270057"/>
                <a:chExt cx="5400000" cy="3950727"/>
              </a:xfrm>
            </p:grpSpPr>
            <p:sp>
              <p:nvSpPr>
                <p:cNvPr id="97" name="Rectangle 96"/>
                <p:cNvSpPr/>
                <p:nvPr/>
              </p:nvSpPr>
              <p:spPr>
                <a:xfrm>
                  <a:off x="892711" y="5004784"/>
                  <a:ext cx="5400000" cy="21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Rectangle 97"/>
                <p:cNvSpPr/>
                <p:nvPr/>
              </p:nvSpPr>
              <p:spPr>
                <a:xfrm>
                  <a:off x="5431706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9" name="Rectangle 98"/>
                <p:cNvSpPr/>
                <p:nvPr/>
              </p:nvSpPr>
              <p:spPr>
                <a:xfrm>
                  <a:off x="1702474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0" name="Rectangle 99"/>
                <p:cNvSpPr/>
                <p:nvPr/>
              </p:nvSpPr>
              <p:spPr>
                <a:xfrm>
                  <a:off x="3571408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93" name="Rectangle 92"/>
              <p:cNvSpPr>
                <a:spLocks/>
              </p:cNvSpPr>
              <p:nvPr/>
            </p:nvSpPr>
            <p:spPr>
              <a:xfrm>
                <a:off x="8168553" y="6381381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93"/>
              <p:cNvSpPr>
                <a:spLocks/>
              </p:cNvSpPr>
              <p:nvPr/>
            </p:nvSpPr>
            <p:spPr>
              <a:xfrm>
                <a:off x="8310108" y="6109462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/>
              <p:cNvSpPr>
                <a:spLocks/>
              </p:cNvSpPr>
              <p:nvPr/>
            </p:nvSpPr>
            <p:spPr>
              <a:xfrm>
                <a:off x="7419965" y="6381381"/>
                <a:ext cx="432000" cy="10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/>
              <p:cNvSpPr>
                <a:spLocks/>
              </p:cNvSpPr>
              <p:nvPr/>
            </p:nvSpPr>
            <p:spPr>
              <a:xfrm>
                <a:off x="8238108" y="6241467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9" name="Group 88"/>
            <p:cNvGrpSpPr/>
            <p:nvPr/>
          </p:nvGrpSpPr>
          <p:grpSpPr>
            <a:xfrm>
              <a:off x="5804632" y="623623"/>
              <a:ext cx="689845" cy="400336"/>
              <a:chOff x="2583004" y="642068"/>
              <a:chExt cx="689845" cy="400336"/>
            </a:xfrm>
          </p:grpSpPr>
          <p:cxnSp>
            <p:nvCxnSpPr>
              <p:cNvPr id="90" name="Straight Arrow Connector 89"/>
              <p:cNvCxnSpPr/>
              <p:nvPr/>
            </p:nvCxnSpPr>
            <p:spPr>
              <a:xfrm>
                <a:off x="258300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TextBox 90"/>
              <p:cNvSpPr txBox="1"/>
              <p:nvPr/>
            </p:nvSpPr>
            <p:spPr>
              <a:xfrm>
                <a:off x="2649361" y="642068"/>
                <a:ext cx="495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14</a:t>
                </a:r>
                <a:endParaRPr lang="en-US" dirty="0"/>
              </a:p>
            </p:txBody>
          </p:sp>
        </p:grpSp>
      </p:grpSp>
      <p:grpSp>
        <p:nvGrpSpPr>
          <p:cNvPr id="102" name="Group 101"/>
          <p:cNvGrpSpPr/>
          <p:nvPr/>
        </p:nvGrpSpPr>
        <p:grpSpPr>
          <a:xfrm>
            <a:off x="3074534" y="4643223"/>
            <a:ext cx="2992646" cy="1584000"/>
            <a:chOff x="5804632" y="489320"/>
            <a:chExt cx="2992646" cy="1584000"/>
          </a:xfrm>
        </p:grpSpPr>
        <p:grpSp>
          <p:nvGrpSpPr>
            <p:cNvPr id="103" name="Group 102"/>
            <p:cNvGrpSpPr/>
            <p:nvPr/>
          </p:nvGrpSpPr>
          <p:grpSpPr>
            <a:xfrm>
              <a:off x="6149555" y="489320"/>
              <a:ext cx="2647723" cy="1584000"/>
              <a:chOff x="6384830" y="5045984"/>
              <a:chExt cx="2647723" cy="1584000"/>
            </a:xfrm>
          </p:grpSpPr>
          <p:grpSp>
            <p:nvGrpSpPr>
              <p:cNvPr id="107" name="Group 106"/>
              <p:cNvGrpSpPr>
                <a:grpSpLocks/>
              </p:cNvGrpSpPr>
              <p:nvPr/>
            </p:nvGrpSpPr>
            <p:grpSpPr>
              <a:xfrm>
                <a:off x="6384830" y="5045984"/>
                <a:ext cx="2592000" cy="1584000"/>
                <a:chOff x="892711" y="1270057"/>
                <a:chExt cx="5400000" cy="3950727"/>
              </a:xfrm>
            </p:grpSpPr>
            <p:sp>
              <p:nvSpPr>
                <p:cNvPr id="112" name="Rectangle 111"/>
                <p:cNvSpPr/>
                <p:nvPr/>
              </p:nvSpPr>
              <p:spPr>
                <a:xfrm>
                  <a:off x="892711" y="5004784"/>
                  <a:ext cx="5400000" cy="21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 112"/>
                <p:cNvSpPr/>
                <p:nvPr/>
              </p:nvSpPr>
              <p:spPr>
                <a:xfrm>
                  <a:off x="5431706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1702474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5" name="Rectangle 114"/>
                <p:cNvSpPr/>
                <p:nvPr/>
              </p:nvSpPr>
              <p:spPr>
                <a:xfrm>
                  <a:off x="3571408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08" name="Rectangle 107"/>
              <p:cNvSpPr>
                <a:spLocks/>
              </p:cNvSpPr>
              <p:nvPr/>
            </p:nvSpPr>
            <p:spPr>
              <a:xfrm>
                <a:off x="8168553" y="6381381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ectangle 108"/>
              <p:cNvSpPr>
                <a:spLocks/>
              </p:cNvSpPr>
              <p:nvPr/>
            </p:nvSpPr>
            <p:spPr>
              <a:xfrm>
                <a:off x="8310108" y="6109462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Rectangle 109"/>
              <p:cNvSpPr>
                <a:spLocks/>
              </p:cNvSpPr>
              <p:nvPr/>
            </p:nvSpPr>
            <p:spPr>
              <a:xfrm>
                <a:off x="8352747" y="5965476"/>
                <a:ext cx="432000" cy="10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>
                <a:spLocks/>
              </p:cNvSpPr>
              <p:nvPr/>
            </p:nvSpPr>
            <p:spPr>
              <a:xfrm>
                <a:off x="8238108" y="6241467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5804632" y="623623"/>
              <a:ext cx="689845" cy="400336"/>
              <a:chOff x="2583004" y="642068"/>
              <a:chExt cx="689845" cy="400336"/>
            </a:xfrm>
          </p:grpSpPr>
          <p:cxnSp>
            <p:nvCxnSpPr>
              <p:cNvPr id="105" name="Straight Arrow Connector 104"/>
              <p:cNvCxnSpPr/>
              <p:nvPr/>
            </p:nvCxnSpPr>
            <p:spPr>
              <a:xfrm>
                <a:off x="258300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TextBox 105"/>
              <p:cNvSpPr txBox="1"/>
              <p:nvPr/>
            </p:nvSpPr>
            <p:spPr>
              <a:xfrm>
                <a:off x="2649361" y="642068"/>
                <a:ext cx="495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15</a:t>
                </a:r>
                <a:endParaRPr lang="en-US" dirty="0"/>
              </a:p>
            </p:txBody>
          </p:sp>
        </p:grpSp>
      </p:grpSp>
      <p:sp>
        <p:nvSpPr>
          <p:cNvPr id="116" name="TextBox 115"/>
          <p:cNvSpPr txBox="1"/>
          <p:nvPr/>
        </p:nvSpPr>
        <p:spPr>
          <a:xfrm>
            <a:off x="6819049" y="4881475"/>
            <a:ext cx="1351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15 moves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69629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2583755" y="654627"/>
            <a:ext cx="689845" cy="400336"/>
            <a:chOff x="2354864" y="642068"/>
            <a:chExt cx="689845" cy="400336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177820" y="433333"/>
            <a:ext cx="2592000" cy="1584000"/>
            <a:chOff x="228891" y="667084"/>
            <a:chExt cx="2592000" cy="1584000"/>
          </a:xfrm>
        </p:grpSpPr>
        <p:grpSp>
          <p:nvGrpSpPr>
            <p:cNvPr id="4" name="Group 3"/>
            <p:cNvGrpSpPr/>
            <p:nvPr/>
          </p:nvGrpSpPr>
          <p:grpSpPr>
            <a:xfrm>
              <a:off x="228891" y="667084"/>
              <a:ext cx="2592000" cy="1584000"/>
              <a:chOff x="70995" y="1232900"/>
              <a:chExt cx="2592000" cy="1584000"/>
            </a:xfrm>
          </p:grpSpPr>
          <p:grpSp>
            <p:nvGrpSpPr>
              <p:cNvPr id="5" name="Group 4"/>
              <p:cNvGrpSpPr>
                <a:grpSpLocks/>
              </p:cNvGrpSpPr>
              <p:nvPr/>
            </p:nvGrpSpPr>
            <p:grpSpPr>
              <a:xfrm>
                <a:off x="70995" y="1232900"/>
                <a:ext cx="2592000" cy="1584000"/>
                <a:chOff x="892711" y="1270057"/>
                <a:chExt cx="5400000" cy="3950727"/>
              </a:xfrm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892711" y="5004784"/>
                  <a:ext cx="5400000" cy="21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Rectangle 9"/>
                <p:cNvSpPr/>
                <p:nvPr/>
              </p:nvSpPr>
              <p:spPr>
                <a:xfrm>
                  <a:off x="5431706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1702474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Rectangle 11"/>
                <p:cNvSpPr/>
                <p:nvPr/>
              </p:nvSpPr>
              <p:spPr>
                <a:xfrm>
                  <a:off x="3571408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6" name="Rectangle 5"/>
              <p:cNvSpPr>
                <a:spLocks/>
              </p:cNvSpPr>
              <p:nvPr/>
            </p:nvSpPr>
            <p:spPr>
              <a:xfrm>
                <a:off x="70995" y="2583149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/>
              <p:cNvSpPr>
                <a:spLocks/>
              </p:cNvSpPr>
              <p:nvPr/>
            </p:nvSpPr>
            <p:spPr>
              <a:xfrm>
                <a:off x="127179" y="2402169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>
                <a:spLocks/>
              </p:cNvSpPr>
              <p:nvPr/>
            </p:nvSpPr>
            <p:spPr>
              <a:xfrm>
                <a:off x="171681" y="2237627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Rectangle 15"/>
            <p:cNvSpPr>
              <a:spLocks/>
            </p:cNvSpPr>
            <p:nvPr/>
          </p:nvSpPr>
          <p:spPr>
            <a:xfrm>
              <a:off x="389824" y="1470893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8" name="Group 117"/>
          <p:cNvGrpSpPr/>
          <p:nvPr/>
        </p:nvGrpSpPr>
        <p:grpSpPr>
          <a:xfrm>
            <a:off x="3260607" y="428188"/>
            <a:ext cx="2592000" cy="1584000"/>
            <a:chOff x="3273600" y="641918"/>
            <a:chExt cx="2592000" cy="1584000"/>
          </a:xfrm>
        </p:grpSpPr>
        <p:grpSp>
          <p:nvGrpSpPr>
            <p:cNvPr id="18" name="Group 17"/>
            <p:cNvGrpSpPr/>
            <p:nvPr/>
          </p:nvGrpSpPr>
          <p:grpSpPr>
            <a:xfrm>
              <a:off x="3273600" y="641918"/>
              <a:ext cx="2592000" cy="1584000"/>
              <a:chOff x="70995" y="1232900"/>
              <a:chExt cx="2592000" cy="1584000"/>
            </a:xfrm>
          </p:grpSpPr>
          <p:grpSp>
            <p:nvGrpSpPr>
              <p:cNvPr id="19" name="Group 18"/>
              <p:cNvGrpSpPr>
                <a:grpSpLocks/>
              </p:cNvGrpSpPr>
              <p:nvPr/>
            </p:nvGrpSpPr>
            <p:grpSpPr>
              <a:xfrm>
                <a:off x="70995" y="1232900"/>
                <a:ext cx="2592000" cy="1584000"/>
                <a:chOff x="892711" y="1270057"/>
                <a:chExt cx="5400000" cy="3950727"/>
              </a:xfrm>
            </p:grpSpPr>
            <p:sp>
              <p:nvSpPr>
                <p:cNvPr id="23" name="Rectangle 22"/>
                <p:cNvSpPr/>
                <p:nvPr/>
              </p:nvSpPr>
              <p:spPr>
                <a:xfrm>
                  <a:off x="892711" y="5004784"/>
                  <a:ext cx="5400000" cy="21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Rectangle 23"/>
                <p:cNvSpPr/>
                <p:nvPr/>
              </p:nvSpPr>
              <p:spPr>
                <a:xfrm>
                  <a:off x="5431706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" name="Rectangle 24"/>
                <p:cNvSpPr/>
                <p:nvPr/>
              </p:nvSpPr>
              <p:spPr>
                <a:xfrm>
                  <a:off x="1702474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6" name="Rectangle 25"/>
                <p:cNvSpPr/>
                <p:nvPr/>
              </p:nvSpPr>
              <p:spPr>
                <a:xfrm>
                  <a:off x="3571408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0" name="Rectangle 19"/>
              <p:cNvSpPr>
                <a:spLocks/>
              </p:cNvSpPr>
              <p:nvPr/>
            </p:nvSpPr>
            <p:spPr>
              <a:xfrm>
                <a:off x="70995" y="2583149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>
                <a:spLocks/>
              </p:cNvSpPr>
              <p:nvPr/>
            </p:nvSpPr>
            <p:spPr>
              <a:xfrm>
                <a:off x="127179" y="2402169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>
                <a:spLocks/>
              </p:cNvSpPr>
              <p:nvPr/>
            </p:nvSpPr>
            <p:spPr>
              <a:xfrm>
                <a:off x="171681" y="2237627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Rectangle 26"/>
            <p:cNvSpPr>
              <a:spLocks/>
            </p:cNvSpPr>
            <p:nvPr/>
          </p:nvSpPr>
          <p:spPr>
            <a:xfrm>
              <a:off x="4343375" y="1985547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9" name="Group 118"/>
          <p:cNvGrpSpPr/>
          <p:nvPr/>
        </p:nvGrpSpPr>
        <p:grpSpPr>
          <a:xfrm>
            <a:off x="6352715" y="414484"/>
            <a:ext cx="2592000" cy="1584000"/>
            <a:chOff x="6362940" y="610132"/>
            <a:chExt cx="2592000" cy="1584000"/>
          </a:xfrm>
        </p:grpSpPr>
        <p:grpSp>
          <p:nvGrpSpPr>
            <p:cNvPr id="29" name="Group 28"/>
            <p:cNvGrpSpPr>
              <a:grpSpLocks/>
            </p:cNvGrpSpPr>
            <p:nvPr/>
          </p:nvGrpSpPr>
          <p:grpSpPr>
            <a:xfrm>
              <a:off x="6362940" y="610132"/>
              <a:ext cx="2592000" cy="1584000"/>
              <a:chOff x="892711" y="1270057"/>
              <a:chExt cx="5400000" cy="3950727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0" name="Rectangle 29"/>
            <p:cNvSpPr>
              <a:spLocks/>
            </p:cNvSpPr>
            <p:nvPr/>
          </p:nvSpPr>
          <p:spPr>
            <a:xfrm>
              <a:off x="6362940" y="1960381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>
              <a:spLocks/>
            </p:cNvSpPr>
            <p:nvPr/>
          </p:nvSpPr>
          <p:spPr>
            <a:xfrm>
              <a:off x="6419124" y="1779401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>
              <a:spLocks/>
            </p:cNvSpPr>
            <p:nvPr/>
          </p:nvSpPr>
          <p:spPr>
            <a:xfrm>
              <a:off x="8261256" y="1938167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>
              <a:spLocks/>
            </p:cNvSpPr>
            <p:nvPr/>
          </p:nvSpPr>
          <p:spPr>
            <a:xfrm>
              <a:off x="7431615" y="1963333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5729279" y="654627"/>
            <a:ext cx="689845" cy="400336"/>
            <a:chOff x="2354864" y="642068"/>
            <a:chExt cx="689845" cy="400336"/>
          </a:xfrm>
        </p:grpSpPr>
        <p:cxnSp>
          <p:nvCxnSpPr>
            <p:cNvPr id="39" name="Straight Arrow Connector 38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431471" y="2540609"/>
            <a:ext cx="2592000" cy="1584000"/>
            <a:chOff x="496514" y="2847340"/>
            <a:chExt cx="2592000" cy="1584000"/>
          </a:xfrm>
        </p:grpSpPr>
        <p:grpSp>
          <p:nvGrpSpPr>
            <p:cNvPr id="41" name="Group 40"/>
            <p:cNvGrpSpPr>
              <a:grpSpLocks/>
            </p:cNvGrpSpPr>
            <p:nvPr/>
          </p:nvGrpSpPr>
          <p:grpSpPr>
            <a:xfrm>
              <a:off x="496514" y="2847340"/>
              <a:ext cx="2592000" cy="1584000"/>
              <a:chOff x="892711" y="1270057"/>
              <a:chExt cx="5400000" cy="3950727"/>
            </a:xfrm>
          </p:grpSpPr>
          <p:sp>
            <p:nvSpPr>
              <p:cNvPr id="42" name="Rectangle 41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6" name="Rectangle 45"/>
            <p:cNvSpPr>
              <a:spLocks/>
            </p:cNvSpPr>
            <p:nvPr/>
          </p:nvSpPr>
          <p:spPr>
            <a:xfrm>
              <a:off x="496514" y="4197589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>
              <a:spLocks/>
            </p:cNvSpPr>
            <p:nvPr/>
          </p:nvSpPr>
          <p:spPr>
            <a:xfrm>
              <a:off x="552698" y="4016609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>
              <a:spLocks/>
            </p:cNvSpPr>
            <p:nvPr/>
          </p:nvSpPr>
          <p:spPr>
            <a:xfrm>
              <a:off x="2387232" y="4189020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>
              <a:spLocks/>
            </p:cNvSpPr>
            <p:nvPr/>
          </p:nvSpPr>
          <p:spPr>
            <a:xfrm>
              <a:off x="2459232" y="4018597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5964" y="2836434"/>
            <a:ext cx="689845" cy="400336"/>
            <a:chOff x="2354864" y="642068"/>
            <a:chExt cx="689845" cy="400336"/>
          </a:xfrm>
        </p:grpSpPr>
        <p:cxnSp>
          <p:nvCxnSpPr>
            <p:cNvPr id="51" name="Straight Arrow Connector 50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3</a:t>
              </a:r>
              <a:endParaRPr lang="en-US" dirty="0"/>
            </a:p>
          </p:txBody>
        </p:sp>
      </p:grpSp>
      <p:grpSp>
        <p:nvGrpSpPr>
          <p:cNvPr id="121" name="Group 120"/>
          <p:cNvGrpSpPr/>
          <p:nvPr/>
        </p:nvGrpSpPr>
        <p:grpSpPr>
          <a:xfrm>
            <a:off x="3374286" y="2540609"/>
            <a:ext cx="2592000" cy="1584000"/>
            <a:chOff x="3374286" y="2850815"/>
            <a:chExt cx="2592000" cy="1584000"/>
          </a:xfrm>
        </p:grpSpPr>
        <p:grpSp>
          <p:nvGrpSpPr>
            <p:cNvPr id="53" name="Group 52"/>
            <p:cNvGrpSpPr>
              <a:grpSpLocks/>
            </p:cNvGrpSpPr>
            <p:nvPr/>
          </p:nvGrpSpPr>
          <p:grpSpPr>
            <a:xfrm>
              <a:off x="3374286" y="2850815"/>
              <a:ext cx="2592000" cy="1584000"/>
              <a:chOff x="892711" y="1270057"/>
              <a:chExt cx="5400000" cy="3950727"/>
            </a:xfrm>
          </p:grpSpPr>
          <p:sp>
            <p:nvSpPr>
              <p:cNvPr id="54" name="Rectangle 53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8" name="Rectangle 57"/>
            <p:cNvSpPr>
              <a:spLocks/>
            </p:cNvSpPr>
            <p:nvPr/>
          </p:nvSpPr>
          <p:spPr>
            <a:xfrm>
              <a:off x="3374286" y="4201064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>
            <a:xfrm>
              <a:off x="4343375" y="4201064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>
              <a:spLocks/>
            </p:cNvSpPr>
            <p:nvPr/>
          </p:nvSpPr>
          <p:spPr>
            <a:xfrm>
              <a:off x="5228259" y="4208492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>
              <a:spLocks/>
            </p:cNvSpPr>
            <p:nvPr/>
          </p:nvSpPr>
          <p:spPr>
            <a:xfrm>
              <a:off x="5327697" y="4030600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2843397" y="2848272"/>
            <a:ext cx="689845" cy="400336"/>
            <a:chOff x="2354864" y="642068"/>
            <a:chExt cx="689845" cy="400336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6352715" y="2540609"/>
            <a:ext cx="2592000" cy="1584000"/>
            <a:chOff x="6387275" y="2836434"/>
            <a:chExt cx="2592000" cy="1584000"/>
          </a:xfrm>
        </p:grpSpPr>
        <p:grpSp>
          <p:nvGrpSpPr>
            <p:cNvPr id="65" name="Group 64"/>
            <p:cNvGrpSpPr>
              <a:grpSpLocks/>
            </p:cNvGrpSpPr>
            <p:nvPr/>
          </p:nvGrpSpPr>
          <p:grpSpPr>
            <a:xfrm>
              <a:off x="6387275" y="2836434"/>
              <a:ext cx="2592000" cy="1584000"/>
              <a:chOff x="892711" y="1270057"/>
              <a:chExt cx="5400000" cy="3950727"/>
            </a:xfrm>
          </p:grpSpPr>
          <p:sp>
            <p:nvSpPr>
              <p:cNvPr id="66" name="Rectangle 65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2" name="Group 121"/>
            <p:cNvGrpSpPr/>
            <p:nvPr/>
          </p:nvGrpSpPr>
          <p:grpSpPr>
            <a:xfrm>
              <a:off x="6387275" y="4072597"/>
              <a:ext cx="2449981" cy="263116"/>
              <a:chOff x="6387275" y="4072597"/>
              <a:chExt cx="2449981" cy="263116"/>
            </a:xfrm>
          </p:grpSpPr>
          <p:sp>
            <p:nvSpPr>
              <p:cNvPr id="70" name="Rectangle 69"/>
              <p:cNvSpPr>
                <a:spLocks/>
              </p:cNvSpPr>
              <p:nvPr/>
            </p:nvSpPr>
            <p:spPr>
              <a:xfrm>
                <a:off x="6387275" y="4227713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/>
              <p:cNvSpPr>
                <a:spLocks/>
              </p:cNvSpPr>
              <p:nvPr/>
            </p:nvSpPr>
            <p:spPr>
              <a:xfrm>
                <a:off x="7347610" y="4180597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1"/>
              <p:cNvSpPr>
                <a:spLocks/>
              </p:cNvSpPr>
              <p:nvPr/>
            </p:nvSpPr>
            <p:spPr>
              <a:xfrm>
                <a:off x="8261256" y="4180597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72"/>
              <p:cNvSpPr>
                <a:spLocks/>
              </p:cNvSpPr>
              <p:nvPr/>
            </p:nvSpPr>
            <p:spPr>
              <a:xfrm>
                <a:off x="6559961" y="4072597"/>
                <a:ext cx="432000" cy="10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4" name="Group 73"/>
          <p:cNvGrpSpPr/>
          <p:nvPr/>
        </p:nvGrpSpPr>
        <p:grpSpPr>
          <a:xfrm>
            <a:off x="5890761" y="2836434"/>
            <a:ext cx="689845" cy="400336"/>
            <a:chOff x="2354864" y="642068"/>
            <a:chExt cx="689845" cy="400336"/>
          </a:xfrm>
        </p:grpSpPr>
        <p:cxnSp>
          <p:nvCxnSpPr>
            <p:cNvPr id="75" name="Straight Arrow Connector 74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114346" y="4627922"/>
            <a:ext cx="2899820" cy="1584000"/>
            <a:chOff x="82004" y="5061660"/>
            <a:chExt cx="2899820" cy="1584000"/>
          </a:xfrm>
        </p:grpSpPr>
        <p:grpSp>
          <p:nvGrpSpPr>
            <p:cNvPr id="77" name="Group 76"/>
            <p:cNvGrpSpPr>
              <a:grpSpLocks/>
            </p:cNvGrpSpPr>
            <p:nvPr/>
          </p:nvGrpSpPr>
          <p:grpSpPr>
            <a:xfrm>
              <a:off x="389824" y="5061660"/>
              <a:ext cx="2592000" cy="1584000"/>
              <a:chOff x="892711" y="1270057"/>
              <a:chExt cx="5400000" cy="3950727"/>
            </a:xfrm>
          </p:grpSpPr>
          <p:sp>
            <p:nvSpPr>
              <p:cNvPr id="78" name="Rectangle 77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2" name="Rectangle 81"/>
            <p:cNvSpPr>
              <a:spLocks/>
            </p:cNvSpPr>
            <p:nvPr/>
          </p:nvSpPr>
          <p:spPr>
            <a:xfrm>
              <a:off x="389824" y="6452939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>
              <a:spLocks/>
            </p:cNvSpPr>
            <p:nvPr/>
          </p:nvSpPr>
          <p:spPr>
            <a:xfrm>
              <a:off x="1360514" y="6437263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>
              <a:spLocks/>
            </p:cNvSpPr>
            <p:nvPr/>
          </p:nvSpPr>
          <p:spPr>
            <a:xfrm>
              <a:off x="1401203" y="6282147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>
              <a:spLocks/>
            </p:cNvSpPr>
            <p:nvPr/>
          </p:nvSpPr>
          <p:spPr>
            <a:xfrm>
              <a:off x="562510" y="6297823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6" name="Group 85"/>
            <p:cNvGrpSpPr/>
            <p:nvPr/>
          </p:nvGrpSpPr>
          <p:grpSpPr>
            <a:xfrm>
              <a:off x="82004" y="5347353"/>
              <a:ext cx="689845" cy="400336"/>
              <a:chOff x="2354864" y="642068"/>
              <a:chExt cx="689845" cy="400336"/>
            </a:xfrm>
          </p:grpSpPr>
          <p:cxnSp>
            <p:nvCxnSpPr>
              <p:cNvPr id="87" name="Straight Arrow Connector 86"/>
              <p:cNvCxnSpPr/>
              <p:nvPr/>
            </p:nvCxnSpPr>
            <p:spPr>
              <a:xfrm>
                <a:off x="235486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TextBox 87"/>
              <p:cNvSpPr txBox="1"/>
              <p:nvPr/>
            </p:nvSpPr>
            <p:spPr>
              <a:xfrm>
                <a:off x="2549171" y="642068"/>
                <a:ext cx="2717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</p:grpSp>
      </p:grpSp>
      <p:grpSp>
        <p:nvGrpSpPr>
          <p:cNvPr id="115" name="Group 114"/>
          <p:cNvGrpSpPr/>
          <p:nvPr/>
        </p:nvGrpSpPr>
        <p:grpSpPr>
          <a:xfrm>
            <a:off x="2843397" y="4553104"/>
            <a:ext cx="3047153" cy="1584000"/>
            <a:chOff x="2854306" y="5061660"/>
            <a:chExt cx="3047153" cy="1584000"/>
          </a:xfrm>
        </p:grpSpPr>
        <p:grpSp>
          <p:nvGrpSpPr>
            <p:cNvPr id="89" name="Group 88"/>
            <p:cNvGrpSpPr>
              <a:grpSpLocks/>
            </p:cNvGrpSpPr>
            <p:nvPr/>
          </p:nvGrpSpPr>
          <p:grpSpPr>
            <a:xfrm>
              <a:off x="3309459" y="5061660"/>
              <a:ext cx="2592000" cy="1584000"/>
              <a:chOff x="892711" y="1270057"/>
              <a:chExt cx="5400000" cy="3950727"/>
            </a:xfrm>
          </p:grpSpPr>
          <p:sp>
            <p:nvSpPr>
              <p:cNvPr id="90" name="Rectangle 89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4" name="Rectangle 93"/>
            <p:cNvSpPr>
              <a:spLocks/>
            </p:cNvSpPr>
            <p:nvPr/>
          </p:nvSpPr>
          <p:spPr>
            <a:xfrm>
              <a:off x="3309459" y="6452939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>
              <a:spLocks/>
            </p:cNvSpPr>
            <p:nvPr/>
          </p:nvSpPr>
          <p:spPr>
            <a:xfrm>
              <a:off x="4305935" y="6285096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>
              <a:spLocks/>
            </p:cNvSpPr>
            <p:nvPr/>
          </p:nvSpPr>
          <p:spPr>
            <a:xfrm>
              <a:off x="4379234" y="6100208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7" name="Group 96"/>
            <p:cNvGrpSpPr/>
            <p:nvPr/>
          </p:nvGrpSpPr>
          <p:grpSpPr>
            <a:xfrm>
              <a:off x="2854306" y="5347353"/>
              <a:ext cx="689845" cy="400336"/>
              <a:chOff x="2354864" y="642068"/>
              <a:chExt cx="689845" cy="400336"/>
            </a:xfrm>
          </p:grpSpPr>
          <p:cxnSp>
            <p:nvCxnSpPr>
              <p:cNvPr id="98" name="Straight Arrow Connector 97"/>
              <p:cNvCxnSpPr/>
              <p:nvPr/>
            </p:nvCxnSpPr>
            <p:spPr>
              <a:xfrm>
                <a:off x="235486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TextBox 98"/>
              <p:cNvSpPr txBox="1"/>
              <p:nvPr/>
            </p:nvSpPr>
            <p:spPr>
              <a:xfrm>
                <a:off x="2549171" y="642068"/>
                <a:ext cx="2717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7</a:t>
                </a:r>
                <a:endParaRPr lang="en-US" dirty="0"/>
              </a:p>
            </p:txBody>
          </p:sp>
        </p:grpSp>
        <p:sp>
          <p:nvSpPr>
            <p:cNvPr id="100" name="Rectangle 99"/>
            <p:cNvSpPr>
              <a:spLocks/>
            </p:cNvSpPr>
            <p:nvPr/>
          </p:nvSpPr>
          <p:spPr>
            <a:xfrm>
              <a:off x="4269794" y="6435381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5" name="TextBox 124"/>
          <p:cNvSpPr txBox="1"/>
          <p:nvPr/>
        </p:nvSpPr>
        <p:spPr>
          <a:xfrm>
            <a:off x="33464" y="12338"/>
            <a:ext cx="5890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N=4 </a:t>
            </a:r>
            <a:r>
              <a:rPr lang="mr-IN" sz="2000" dirty="0" smtClean="0"/>
              <a:t>–</a:t>
            </a:r>
            <a:r>
              <a:rPr lang="en-US" sz="2000" dirty="0" smtClean="0"/>
              <a:t> closer look at moves 1 to 7 </a:t>
            </a:r>
            <a:endParaRPr lang="en-US" sz="2000" dirty="0"/>
          </a:p>
        </p:txBody>
      </p:sp>
      <p:sp>
        <p:nvSpPr>
          <p:cNvPr id="126" name="TextBox 125"/>
          <p:cNvSpPr txBox="1"/>
          <p:nvPr/>
        </p:nvSpPr>
        <p:spPr>
          <a:xfrm>
            <a:off x="5890550" y="4684211"/>
            <a:ext cx="318889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 just moved a pile of 3 discs from pole 1 to another pole. I already knew this would take 7 moves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09430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463" y="12338"/>
            <a:ext cx="5271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N=4 discs </a:t>
            </a:r>
            <a:r>
              <a:rPr lang="mr-IN" sz="2000" dirty="0" smtClean="0"/>
              <a:t>–</a:t>
            </a:r>
            <a:r>
              <a:rPr lang="en-US" sz="2000" dirty="0" smtClean="0"/>
              <a:t> closer look at moves 9 to 15</a:t>
            </a:r>
            <a:endParaRPr lang="en-US" sz="2000" dirty="0"/>
          </a:p>
        </p:txBody>
      </p:sp>
      <p:grpSp>
        <p:nvGrpSpPr>
          <p:cNvPr id="5" name="Group 4"/>
          <p:cNvGrpSpPr/>
          <p:nvPr/>
        </p:nvGrpSpPr>
        <p:grpSpPr>
          <a:xfrm>
            <a:off x="166071" y="477523"/>
            <a:ext cx="2647723" cy="1584000"/>
            <a:chOff x="6384830" y="5045984"/>
            <a:chExt cx="2647723" cy="1584000"/>
          </a:xfrm>
        </p:grpSpPr>
        <p:grpSp>
          <p:nvGrpSpPr>
            <p:cNvPr id="6" name="Group 5"/>
            <p:cNvGrpSpPr>
              <a:grpSpLocks/>
            </p:cNvGrpSpPr>
            <p:nvPr/>
          </p:nvGrpSpPr>
          <p:grpSpPr>
            <a:xfrm>
              <a:off x="6384830" y="5045984"/>
              <a:ext cx="2592000" cy="1584000"/>
              <a:chOff x="892711" y="1270057"/>
              <a:chExt cx="5400000" cy="3950727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" name="Rectangle 6"/>
            <p:cNvSpPr>
              <a:spLocks/>
            </p:cNvSpPr>
            <p:nvPr/>
          </p:nvSpPr>
          <p:spPr>
            <a:xfrm>
              <a:off x="8168553" y="6381381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>
              <a:spLocks/>
            </p:cNvSpPr>
            <p:nvPr/>
          </p:nvSpPr>
          <p:spPr>
            <a:xfrm>
              <a:off x="7419610" y="6237980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>
              <a:spLocks/>
            </p:cNvSpPr>
            <p:nvPr/>
          </p:nvSpPr>
          <p:spPr>
            <a:xfrm>
              <a:off x="7499697" y="6084532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>
              <a:spLocks/>
            </p:cNvSpPr>
            <p:nvPr/>
          </p:nvSpPr>
          <p:spPr>
            <a:xfrm>
              <a:off x="7345165" y="6383263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181774" y="477523"/>
            <a:ext cx="2647723" cy="1584000"/>
            <a:chOff x="6384830" y="5045984"/>
            <a:chExt cx="2647723" cy="1584000"/>
          </a:xfrm>
        </p:grpSpPr>
        <p:grpSp>
          <p:nvGrpSpPr>
            <p:cNvPr id="19" name="Group 18"/>
            <p:cNvGrpSpPr>
              <a:grpSpLocks/>
            </p:cNvGrpSpPr>
            <p:nvPr/>
          </p:nvGrpSpPr>
          <p:grpSpPr>
            <a:xfrm>
              <a:off x="6384830" y="5045984"/>
              <a:ext cx="2592000" cy="1584000"/>
              <a:chOff x="892711" y="1270057"/>
              <a:chExt cx="5400000" cy="3950727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0" name="Rectangle 19"/>
            <p:cNvSpPr>
              <a:spLocks/>
            </p:cNvSpPr>
            <p:nvPr/>
          </p:nvSpPr>
          <p:spPr>
            <a:xfrm>
              <a:off x="8168553" y="6381381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>
              <a:spLocks/>
            </p:cNvSpPr>
            <p:nvPr/>
          </p:nvSpPr>
          <p:spPr>
            <a:xfrm>
              <a:off x="7419610" y="6237980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>
              <a:spLocks/>
            </p:cNvSpPr>
            <p:nvPr/>
          </p:nvSpPr>
          <p:spPr>
            <a:xfrm>
              <a:off x="8347548" y="6237980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>
              <a:spLocks/>
            </p:cNvSpPr>
            <p:nvPr/>
          </p:nvSpPr>
          <p:spPr>
            <a:xfrm>
              <a:off x="7345165" y="6383263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662995" y="654627"/>
            <a:ext cx="689845" cy="400336"/>
            <a:chOff x="2354864" y="642068"/>
            <a:chExt cx="689845" cy="400336"/>
          </a:xfrm>
        </p:grpSpPr>
        <p:cxnSp>
          <p:nvCxnSpPr>
            <p:cNvPr id="29" name="Straight Arrow Connector 28"/>
            <p:cNvCxnSpPr/>
            <p:nvPr/>
          </p:nvCxnSpPr>
          <p:spPr>
            <a:xfrm>
              <a:off x="2354864" y="1042404"/>
              <a:ext cx="6898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2549171" y="642068"/>
              <a:ext cx="27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9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576492" y="489320"/>
            <a:ext cx="3220786" cy="1584000"/>
            <a:chOff x="5576492" y="489320"/>
            <a:chExt cx="3220786" cy="1584000"/>
          </a:xfrm>
        </p:grpSpPr>
        <p:grpSp>
          <p:nvGrpSpPr>
            <p:cNvPr id="31" name="Group 30"/>
            <p:cNvGrpSpPr/>
            <p:nvPr/>
          </p:nvGrpSpPr>
          <p:grpSpPr>
            <a:xfrm>
              <a:off x="6149555" y="489320"/>
              <a:ext cx="2647723" cy="1584000"/>
              <a:chOff x="6384830" y="5045984"/>
              <a:chExt cx="2647723" cy="1584000"/>
            </a:xfrm>
          </p:grpSpPr>
          <p:grpSp>
            <p:nvGrpSpPr>
              <p:cNvPr id="32" name="Group 31"/>
              <p:cNvGrpSpPr>
                <a:grpSpLocks/>
              </p:cNvGrpSpPr>
              <p:nvPr/>
            </p:nvGrpSpPr>
            <p:grpSpPr>
              <a:xfrm>
                <a:off x="6384830" y="5045984"/>
                <a:ext cx="2592000" cy="1584000"/>
                <a:chOff x="892711" y="1270057"/>
                <a:chExt cx="5400000" cy="3950727"/>
              </a:xfrm>
            </p:grpSpPr>
            <p:sp>
              <p:nvSpPr>
                <p:cNvPr id="37" name="Rectangle 36"/>
                <p:cNvSpPr/>
                <p:nvPr/>
              </p:nvSpPr>
              <p:spPr>
                <a:xfrm>
                  <a:off x="892711" y="5004784"/>
                  <a:ext cx="5400000" cy="21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5431706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1702474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3571408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33" name="Rectangle 32"/>
              <p:cNvSpPr>
                <a:spLocks/>
              </p:cNvSpPr>
              <p:nvPr/>
            </p:nvSpPr>
            <p:spPr>
              <a:xfrm>
                <a:off x="8168553" y="6381381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/>
              <p:cNvSpPr>
                <a:spLocks/>
              </p:cNvSpPr>
              <p:nvPr/>
            </p:nvSpPr>
            <p:spPr>
              <a:xfrm>
                <a:off x="6520076" y="6381381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/>
              <p:cNvSpPr>
                <a:spLocks/>
              </p:cNvSpPr>
              <p:nvPr/>
            </p:nvSpPr>
            <p:spPr>
              <a:xfrm>
                <a:off x="8347548" y="6237980"/>
                <a:ext cx="432000" cy="10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/>
              <p:cNvSpPr>
                <a:spLocks/>
              </p:cNvSpPr>
              <p:nvPr/>
            </p:nvSpPr>
            <p:spPr>
              <a:xfrm>
                <a:off x="7345165" y="6383263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5576492" y="623623"/>
              <a:ext cx="689845" cy="400336"/>
              <a:chOff x="2354864" y="642068"/>
              <a:chExt cx="689845" cy="400336"/>
            </a:xfrm>
          </p:grpSpPr>
          <p:cxnSp>
            <p:nvCxnSpPr>
              <p:cNvPr id="42" name="Straight Arrow Connector 41"/>
              <p:cNvCxnSpPr/>
              <p:nvPr/>
            </p:nvCxnSpPr>
            <p:spPr>
              <a:xfrm>
                <a:off x="235486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/>
              <p:cNvSpPr txBox="1"/>
              <p:nvPr/>
            </p:nvSpPr>
            <p:spPr>
              <a:xfrm>
                <a:off x="2549171" y="642068"/>
                <a:ext cx="495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</a:t>
                </a:r>
                <a:endParaRPr lang="en-US" dirty="0"/>
              </a:p>
            </p:txBody>
          </p:sp>
        </p:grpSp>
      </p:grpSp>
      <p:grpSp>
        <p:nvGrpSpPr>
          <p:cNvPr id="45" name="Group 44"/>
          <p:cNvGrpSpPr/>
          <p:nvPr/>
        </p:nvGrpSpPr>
        <p:grpSpPr>
          <a:xfrm>
            <a:off x="33464" y="2450950"/>
            <a:ext cx="3220786" cy="1584000"/>
            <a:chOff x="5576492" y="489320"/>
            <a:chExt cx="3220786" cy="1584000"/>
          </a:xfrm>
        </p:grpSpPr>
        <p:grpSp>
          <p:nvGrpSpPr>
            <p:cNvPr id="46" name="Group 45"/>
            <p:cNvGrpSpPr/>
            <p:nvPr/>
          </p:nvGrpSpPr>
          <p:grpSpPr>
            <a:xfrm>
              <a:off x="6149555" y="489320"/>
              <a:ext cx="2647723" cy="1584000"/>
              <a:chOff x="6384830" y="5045984"/>
              <a:chExt cx="2647723" cy="1584000"/>
            </a:xfrm>
          </p:grpSpPr>
          <p:grpSp>
            <p:nvGrpSpPr>
              <p:cNvPr id="50" name="Group 49"/>
              <p:cNvGrpSpPr>
                <a:grpSpLocks/>
              </p:cNvGrpSpPr>
              <p:nvPr/>
            </p:nvGrpSpPr>
            <p:grpSpPr>
              <a:xfrm>
                <a:off x="6384830" y="5045984"/>
                <a:ext cx="2592000" cy="1584000"/>
                <a:chOff x="892711" y="1270057"/>
                <a:chExt cx="5400000" cy="3950727"/>
              </a:xfrm>
            </p:grpSpPr>
            <p:sp>
              <p:nvSpPr>
                <p:cNvPr id="55" name="Rectangle 54"/>
                <p:cNvSpPr/>
                <p:nvPr/>
              </p:nvSpPr>
              <p:spPr>
                <a:xfrm>
                  <a:off x="892711" y="5004784"/>
                  <a:ext cx="5400000" cy="21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/>
                <p:cNvSpPr/>
                <p:nvPr/>
              </p:nvSpPr>
              <p:spPr>
                <a:xfrm>
                  <a:off x="5431706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7" name="Rectangle 56"/>
                <p:cNvSpPr/>
                <p:nvPr/>
              </p:nvSpPr>
              <p:spPr>
                <a:xfrm>
                  <a:off x="1702474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8" name="Rectangle 57"/>
                <p:cNvSpPr/>
                <p:nvPr/>
              </p:nvSpPr>
              <p:spPr>
                <a:xfrm>
                  <a:off x="3571408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51" name="Rectangle 50"/>
              <p:cNvSpPr>
                <a:spLocks/>
              </p:cNvSpPr>
              <p:nvPr/>
            </p:nvSpPr>
            <p:spPr>
              <a:xfrm>
                <a:off x="8168553" y="6381381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/>
              <p:cNvSpPr>
                <a:spLocks/>
              </p:cNvSpPr>
              <p:nvPr/>
            </p:nvSpPr>
            <p:spPr>
              <a:xfrm>
                <a:off x="6520076" y="6381381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/>
              <p:cNvSpPr>
                <a:spLocks/>
              </p:cNvSpPr>
              <p:nvPr/>
            </p:nvSpPr>
            <p:spPr>
              <a:xfrm>
                <a:off x="6592076" y="6226521"/>
                <a:ext cx="432000" cy="10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/>
              <p:cNvSpPr>
                <a:spLocks/>
              </p:cNvSpPr>
              <p:nvPr/>
            </p:nvSpPr>
            <p:spPr>
              <a:xfrm>
                <a:off x="7345165" y="6383263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5576492" y="623623"/>
              <a:ext cx="689845" cy="400336"/>
              <a:chOff x="2354864" y="642068"/>
              <a:chExt cx="689845" cy="400336"/>
            </a:xfrm>
          </p:grpSpPr>
          <p:cxnSp>
            <p:nvCxnSpPr>
              <p:cNvPr id="48" name="Straight Arrow Connector 47"/>
              <p:cNvCxnSpPr/>
              <p:nvPr/>
            </p:nvCxnSpPr>
            <p:spPr>
              <a:xfrm>
                <a:off x="235486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/>
              <p:cNvSpPr txBox="1"/>
              <p:nvPr/>
            </p:nvSpPr>
            <p:spPr>
              <a:xfrm>
                <a:off x="2549171" y="642068"/>
                <a:ext cx="495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11</a:t>
                </a:r>
                <a:endParaRPr lang="en-US" dirty="0"/>
              </a:p>
            </p:txBody>
          </p:sp>
        </p:grpSp>
      </p:grpSp>
      <p:grpSp>
        <p:nvGrpSpPr>
          <p:cNvPr id="59" name="Group 58"/>
          <p:cNvGrpSpPr/>
          <p:nvPr/>
        </p:nvGrpSpPr>
        <p:grpSpPr>
          <a:xfrm>
            <a:off x="2948638" y="2450950"/>
            <a:ext cx="3220786" cy="1584000"/>
            <a:chOff x="5576492" y="489320"/>
            <a:chExt cx="3220786" cy="1584000"/>
          </a:xfrm>
        </p:grpSpPr>
        <p:grpSp>
          <p:nvGrpSpPr>
            <p:cNvPr id="60" name="Group 59"/>
            <p:cNvGrpSpPr/>
            <p:nvPr/>
          </p:nvGrpSpPr>
          <p:grpSpPr>
            <a:xfrm>
              <a:off x="6149555" y="489320"/>
              <a:ext cx="2647723" cy="1584000"/>
              <a:chOff x="6384830" y="5045984"/>
              <a:chExt cx="2647723" cy="1584000"/>
            </a:xfrm>
          </p:grpSpPr>
          <p:grpSp>
            <p:nvGrpSpPr>
              <p:cNvPr id="64" name="Group 63"/>
              <p:cNvGrpSpPr>
                <a:grpSpLocks/>
              </p:cNvGrpSpPr>
              <p:nvPr/>
            </p:nvGrpSpPr>
            <p:grpSpPr>
              <a:xfrm>
                <a:off x="6384830" y="5045984"/>
                <a:ext cx="2592000" cy="1584000"/>
                <a:chOff x="892711" y="1270057"/>
                <a:chExt cx="5400000" cy="3950727"/>
              </a:xfrm>
            </p:grpSpPr>
            <p:sp>
              <p:nvSpPr>
                <p:cNvPr id="69" name="Rectangle 68"/>
                <p:cNvSpPr/>
                <p:nvPr/>
              </p:nvSpPr>
              <p:spPr>
                <a:xfrm>
                  <a:off x="892711" y="5004784"/>
                  <a:ext cx="5400000" cy="21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Rectangle 69"/>
                <p:cNvSpPr/>
                <p:nvPr/>
              </p:nvSpPr>
              <p:spPr>
                <a:xfrm>
                  <a:off x="5431706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1" name="Rectangle 70"/>
                <p:cNvSpPr/>
                <p:nvPr/>
              </p:nvSpPr>
              <p:spPr>
                <a:xfrm>
                  <a:off x="1702474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2" name="Rectangle 71"/>
                <p:cNvSpPr/>
                <p:nvPr/>
              </p:nvSpPr>
              <p:spPr>
                <a:xfrm>
                  <a:off x="3571408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65" name="Rectangle 64"/>
              <p:cNvSpPr>
                <a:spLocks/>
              </p:cNvSpPr>
              <p:nvPr/>
            </p:nvSpPr>
            <p:spPr>
              <a:xfrm>
                <a:off x="8168553" y="6381381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tangle 65"/>
              <p:cNvSpPr>
                <a:spLocks/>
              </p:cNvSpPr>
              <p:nvPr/>
            </p:nvSpPr>
            <p:spPr>
              <a:xfrm>
                <a:off x="6520076" y="6381381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66"/>
              <p:cNvSpPr>
                <a:spLocks/>
              </p:cNvSpPr>
              <p:nvPr/>
            </p:nvSpPr>
            <p:spPr>
              <a:xfrm>
                <a:off x="6592076" y="6226521"/>
                <a:ext cx="432000" cy="10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tangle 67"/>
              <p:cNvSpPr>
                <a:spLocks/>
              </p:cNvSpPr>
              <p:nvPr/>
            </p:nvSpPr>
            <p:spPr>
              <a:xfrm>
                <a:off x="8238108" y="6241467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>
              <a:off x="5576492" y="623623"/>
              <a:ext cx="689845" cy="400336"/>
              <a:chOff x="2354864" y="642068"/>
              <a:chExt cx="689845" cy="400336"/>
            </a:xfrm>
          </p:grpSpPr>
          <p:cxnSp>
            <p:nvCxnSpPr>
              <p:cNvPr id="62" name="Straight Arrow Connector 61"/>
              <p:cNvCxnSpPr/>
              <p:nvPr/>
            </p:nvCxnSpPr>
            <p:spPr>
              <a:xfrm>
                <a:off x="235486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TextBox 62"/>
              <p:cNvSpPr txBox="1"/>
              <p:nvPr/>
            </p:nvSpPr>
            <p:spPr>
              <a:xfrm>
                <a:off x="2549171" y="642068"/>
                <a:ext cx="495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12</a:t>
                </a:r>
                <a:endParaRPr lang="en-US" dirty="0"/>
              </a:p>
            </p:txBody>
          </p:sp>
        </p:grpSp>
      </p:grpSp>
      <p:grpSp>
        <p:nvGrpSpPr>
          <p:cNvPr id="73" name="Group 72"/>
          <p:cNvGrpSpPr/>
          <p:nvPr/>
        </p:nvGrpSpPr>
        <p:grpSpPr>
          <a:xfrm>
            <a:off x="6001914" y="2450950"/>
            <a:ext cx="2992646" cy="1584000"/>
            <a:chOff x="5804632" y="489320"/>
            <a:chExt cx="2992646" cy="1584000"/>
          </a:xfrm>
        </p:grpSpPr>
        <p:grpSp>
          <p:nvGrpSpPr>
            <p:cNvPr id="74" name="Group 73"/>
            <p:cNvGrpSpPr/>
            <p:nvPr/>
          </p:nvGrpSpPr>
          <p:grpSpPr>
            <a:xfrm>
              <a:off x="6149555" y="489320"/>
              <a:ext cx="2647723" cy="1584000"/>
              <a:chOff x="6384830" y="5045984"/>
              <a:chExt cx="2647723" cy="1584000"/>
            </a:xfrm>
          </p:grpSpPr>
          <p:grpSp>
            <p:nvGrpSpPr>
              <p:cNvPr id="78" name="Group 77"/>
              <p:cNvGrpSpPr>
                <a:grpSpLocks/>
              </p:cNvGrpSpPr>
              <p:nvPr/>
            </p:nvGrpSpPr>
            <p:grpSpPr>
              <a:xfrm>
                <a:off x="6384830" y="5045984"/>
                <a:ext cx="2592000" cy="1584000"/>
                <a:chOff x="892711" y="1270057"/>
                <a:chExt cx="5400000" cy="3950727"/>
              </a:xfrm>
            </p:grpSpPr>
            <p:sp>
              <p:nvSpPr>
                <p:cNvPr id="83" name="Rectangle 82"/>
                <p:cNvSpPr/>
                <p:nvPr/>
              </p:nvSpPr>
              <p:spPr>
                <a:xfrm>
                  <a:off x="892711" y="5004784"/>
                  <a:ext cx="5400000" cy="21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Rectangle 83"/>
                <p:cNvSpPr/>
                <p:nvPr/>
              </p:nvSpPr>
              <p:spPr>
                <a:xfrm>
                  <a:off x="5431706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1702474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3571408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79" name="Rectangle 78"/>
              <p:cNvSpPr>
                <a:spLocks/>
              </p:cNvSpPr>
              <p:nvPr/>
            </p:nvSpPr>
            <p:spPr>
              <a:xfrm>
                <a:off x="8168553" y="6381381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>
                <a:spLocks/>
              </p:cNvSpPr>
              <p:nvPr/>
            </p:nvSpPr>
            <p:spPr>
              <a:xfrm>
                <a:off x="6520076" y="6381381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 80"/>
              <p:cNvSpPr>
                <a:spLocks/>
              </p:cNvSpPr>
              <p:nvPr/>
            </p:nvSpPr>
            <p:spPr>
              <a:xfrm>
                <a:off x="7419965" y="6381381"/>
                <a:ext cx="432000" cy="10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/>
              <p:cNvSpPr>
                <a:spLocks/>
              </p:cNvSpPr>
              <p:nvPr/>
            </p:nvSpPr>
            <p:spPr>
              <a:xfrm>
                <a:off x="8238108" y="6241467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5" name="Group 74"/>
            <p:cNvGrpSpPr/>
            <p:nvPr/>
          </p:nvGrpSpPr>
          <p:grpSpPr>
            <a:xfrm>
              <a:off x="5804632" y="623623"/>
              <a:ext cx="689845" cy="400336"/>
              <a:chOff x="2583004" y="642068"/>
              <a:chExt cx="689845" cy="400336"/>
            </a:xfrm>
          </p:grpSpPr>
          <p:cxnSp>
            <p:nvCxnSpPr>
              <p:cNvPr id="76" name="Straight Arrow Connector 75"/>
              <p:cNvCxnSpPr/>
              <p:nvPr/>
            </p:nvCxnSpPr>
            <p:spPr>
              <a:xfrm>
                <a:off x="258300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TextBox 76"/>
              <p:cNvSpPr txBox="1"/>
              <p:nvPr/>
            </p:nvSpPr>
            <p:spPr>
              <a:xfrm>
                <a:off x="2649361" y="642068"/>
                <a:ext cx="495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13</a:t>
                </a:r>
                <a:endParaRPr lang="en-US" dirty="0"/>
              </a:p>
            </p:txBody>
          </p:sp>
        </p:grpSp>
      </p:grpSp>
      <p:grpSp>
        <p:nvGrpSpPr>
          <p:cNvPr id="87" name="Group 86"/>
          <p:cNvGrpSpPr/>
          <p:nvPr/>
        </p:nvGrpSpPr>
        <p:grpSpPr>
          <a:xfrm>
            <a:off x="37224" y="4631426"/>
            <a:ext cx="2992646" cy="1584000"/>
            <a:chOff x="5804632" y="489320"/>
            <a:chExt cx="2992646" cy="1584000"/>
          </a:xfrm>
        </p:grpSpPr>
        <p:grpSp>
          <p:nvGrpSpPr>
            <p:cNvPr id="88" name="Group 87"/>
            <p:cNvGrpSpPr/>
            <p:nvPr/>
          </p:nvGrpSpPr>
          <p:grpSpPr>
            <a:xfrm>
              <a:off x="6149555" y="489320"/>
              <a:ext cx="2647723" cy="1584000"/>
              <a:chOff x="6384830" y="5045984"/>
              <a:chExt cx="2647723" cy="1584000"/>
            </a:xfrm>
          </p:grpSpPr>
          <p:grpSp>
            <p:nvGrpSpPr>
              <p:cNvPr id="92" name="Group 91"/>
              <p:cNvGrpSpPr>
                <a:grpSpLocks/>
              </p:cNvGrpSpPr>
              <p:nvPr/>
            </p:nvGrpSpPr>
            <p:grpSpPr>
              <a:xfrm>
                <a:off x="6384830" y="5045984"/>
                <a:ext cx="2592000" cy="1584000"/>
                <a:chOff x="892711" y="1270057"/>
                <a:chExt cx="5400000" cy="3950727"/>
              </a:xfrm>
            </p:grpSpPr>
            <p:sp>
              <p:nvSpPr>
                <p:cNvPr id="97" name="Rectangle 96"/>
                <p:cNvSpPr/>
                <p:nvPr/>
              </p:nvSpPr>
              <p:spPr>
                <a:xfrm>
                  <a:off x="892711" y="5004784"/>
                  <a:ext cx="5400000" cy="21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Rectangle 97"/>
                <p:cNvSpPr/>
                <p:nvPr/>
              </p:nvSpPr>
              <p:spPr>
                <a:xfrm>
                  <a:off x="5431706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9" name="Rectangle 98"/>
                <p:cNvSpPr/>
                <p:nvPr/>
              </p:nvSpPr>
              <p:spPr>
                <a:xfrm>
                  <a:off x="1702474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0" name="Rectangle 99"/>
                <p:cNvSpPr/>
                <p:nvPr/>
              </p:nvSpPr>
              <p:spPr>
                <a:xfrm>
                  <a:off x="3571408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93" name="Rectangle 92"/>
              <p:cNvSpPr>
                <a:spLocks/>
              </p:cNvSpPr>
              <p:nvPr/>
            </p:nvSpPr>
            <p:spPr>
              <a:xfrm>
                <a:off x="8168553" y="6381381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93"/>
              <p:cNvSpPr>
                <a:spLocks/>
              </p:cNvSpPr>
              <p:nvPr/>
            </p:nvSpPr>
            <p:spPr>
              <a:xfrm>
                <a:off x="8310108" y="6109462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/>
              <p:cNvSpPr>
                <a:spLocks/>
              </p:cNvSpPr>
              <p:nvPr/>
            </p:nvSpPr>
            <p:spPr>
              <a:xfrm>
                <a:off x="7419965" y="6381381"/>
                <a:ext cx="432000" cy="10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/>
              <p:cNvSpPr>
                <a:spLocks/>
              </p:cNvSpPr>
              <p:nvPr/>
            </p:nvSpPr>
            <p:spPr>
              <a:xfrm>
                <a:off x="8238108" y="6241467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9" name="Group 88"/>
            <p:cNvGrpSpPr/>
            <p:nvPr/>
          </p:nvGrpSpPr>
          <p:grpSpPr>
            <a:xfrm>
              <a:off x="5804632" y="623623"/>
              <a:ext cx="689845" cy="400336"/>
              <a:chOff x="2583004" y="642068"/>
              <a:chExt cx="689845" cy="400336"/>
            </a:xfrm>
          </p:grpSpPr>
          <p:cxnSp>
            <p:nvCxnSpPr>
              <p:cNvPr id="90" name="Straight Arrow Connector 89"/>
              <p:cNvCxnSpPr/>
              <p:nvPr/>
            </p:nvCxnSpPr>
            <p:spPr>
              <a:xfrm>
                <a:off x="258300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TextBox 90"/>
              <p:cNvSpPr txBox="1"/>
              <p:nvPr/>
            </p:nvSpPr>
            <p:spPr>
              <a:xfrm>
                <a:off x="2649361" y="642068"/>
                <a:ext cx="495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14</a:t>
                </a:r>
                <a:endParaRPr lang="en-US" dirty="0"/>
              </a:p>
            </p:txBody>
          </p:sp>
        </p:grpSp>
      </p:grpSp>
      <p:grpSp>
        <p:nvGrpSpPr>
          <p:cNvPr id="102" name="Group 101"/>
          <p:cNvGrpSpPr/>
          <p:nvPr/>
        </p:nvGrpSpPr>
        <p:grpSpPr>
          <a:xfrm>
            <a:off x="3074534" y="4643223"/>
            <a:ext cx="2992646" cy="1584000"/>
            <a:chOff x="5804632" y="489320"/>
            <a:chExt cx="2992646" cy="1584000"/>
          </a:xfrm>
        </p:grpSpPr>
        <p:grpSp>
          <p:nvGrpSpPr>
            <p:cNvPr id="103" name="Group 102"/>
            <p:cNvGrpSpPr/>
            <p:nvPr/>
          </p:nvGrpSpPr>
          <p:grpSpPr>
            <a:xfrm>
              <a:off x="6149555" y="489320"/>
              <a:ext cx="2647723" cy="1584000"/>
              <a:chOff x="6384830" y="5045984"/>
              <a:chExt cx="2647723" cy="1584000"/>
            </a:xfrm>
          </p:grpSpPr>
          <p:grpSp>
            <p:nvGrpSpPr>
              <p:cNvPr id="107" name="Group 106"/>
              <p:cNvGrpSpPr>
                <a:grpSpLocks/>
              </p:cNvGrpSpPr>
              <p:nvPr/>
            </p:nvGrpSpPr>
            <p:grpSpPr>
              <a:xfrm>
                <a:off x="6384830" y="5045984"/>
                <a:ext cx="2592000" cy="1584000"/>
                <a:chOff x="892711" y="1270057"/>
                <a:chExt cx="5400000" cy="3950727"/>
              </a:xfrm>
            </p:grpSpPr>
            <p:sp>
              <p:nvSpPr>
                <p:cNvPr id="112" name="Rectangle 111"/>
                <p:cNvSpPr/>
                <p:nvPr/>
              </p:nvSpPr>
              <p:spPr>
                <a:xfrm>
                  <a:off x="892711" y="5004784"/>
                  <a:ext cx="5400000" cy="21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 112"/>
                <p:cNvSpPr/>
                <p:nvPr/>
              </p:nvSpPr>
              <p:spPr>
                <a:xfrm>
                  <a:off x="5431706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1702474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5" name="Rectangle 114"/>
                <p:cNvSpPr/>
                <p:nvPr/>
              </p:nvSpPr>
              <p:spPr>
                <a:xfrm>
                  <a:off x="3571408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08" name="Rectangle 107"/>
              <p:cNvSpPr>
                <a:spLocks/>
              </p:cNvSpPr>
              <p:nvPr/>
            </p:nvSpPr>
            <p:spPr>
              <a:xfrm>
                <a:off x="8168553" y="6381381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ectangle 108"/>
              <p:cNvSpPr>
                <a:spLocks/>
              </p:cNvSpPr>
              <p:nvPr/>
            </p:nvSpPr>
            <p:spPr>
              <a:xfrm>
                <a:off x="8310108" y="6109462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Rectangle 109"/>
              <p:cNvSpPr>
                <a:spLocks/>
              </p:cNvSpPr>
              <p:nvPr/>
            </p:nvSpPr>
            <p:spPr>
              <a:xfrm>
                <a:off x="8352747" y="5965476"/>
                <a:ext cx="432000" cy="10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>
                <a:spLocks/>
              </p:cNvSpPr>
              <p:nvPr/>
            </p:nvSpPr>
            <p:spPr>
              <a:xfrm>
                <a:off x="8238108" y="6241467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5804632" y="623623"/>
              <a:ext cx="689845" cy="400336"/>
              <a:chOff x="2583004" y="642068"/>
              <a:chExt cx="689845" cy="400336"/>
            </a:xfrm>
          </p:grpSpPr>
          <p:cxnSp>
            <p:nvCxnSpPr>
              <p:cNvPr id="105" name="Straight Arrow Connector 104"/>
              <p:cNvCxnSpPr/>
              <p:nvPr/>
            </p:nvCxnSpPr>
            <p:spPr>
              <a:xfrm>
                <a:off x="258300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TextBox 105"/>
              <p:cNvSpPr txBox="1"/>
              <p:nvPr/>
            </p:nvSpPr>
            <p:spPr>
              <a:xfrm>
                <a:off x="2649361" y="642068"/>
                <a:ext cx="495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15</a:t>
                </a:r>
                <a:endParaRPr lang="en-US" dirty="0"/>
              </a:p>
            </p:txBody>
          </p:sp>
        </p:grpSp>
      </p:grpSp>
      <p:sp>
        <p:nvSpPr>
          <p:cNvPr id="117" name="TextBox 116"/>
          <p:cNvSpPr txBox="1"/>
          <p:nvPr/>
        </p:nvSpPr>
        <p:spPr>
          <a:xfrm>
            <a:off x="6030155" y="4575757"/>
            <a:ext cx="318889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 just moved a pile of 3 discs from pole 2 to another pole. I already knew this would take 7 moves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66895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464" y="12338"/>
            <a:ext cx="4946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N=4 discs </a:t>
            </a:r>
            <a:r>
              <a:rPr lang="mr-IN" sz="2000" dirty="0" smtClean="0"/>
              <a:t>–</a:t>
            </a:r>
            <a:r>
              <a:rPr lang="en-US" sz="2000" dirty="0" smtClean="0"/>
              <a:t> abbreviated version </a:t>
            </a:r>
            <a:endParaRPr lang="en-US" sz="2000" dirty="0"/>
          </a:p>
        </p:txBody>
      </p:sp>
      <p:grpSp>
        <p:nvGrpSpPr>
          <p:cNvPr id="5" name="Group 4"/>
          <p:cNvGrpSpPr/>
          <p:nvPr/>
        </p:nvGrpSpPr>
        <p:grpSpPr>
          <a:xfrm>
            <a:off x="177820" y="646060"/>
            <a:ext cx="2592000" cy="1584000"/>
            <a:chOff x="228891" y="667084"/>
            <a:chExt cx="2592000" cy="1584000"/>
          </a:xfrm>
        </p:grpSpPr>
        <p:grpSp>
          <p:nvGrpSpPr>
            <p:cNvPr id="6" name="Group 5"/>
            <p:cNvGrpSpPr/>
            <p:nvPr/>
          </p:nvGrpSpPr>
          <p:grpSpPr>
            <a:xfrm>
              <a:off x="228891" y="667084"/>
              <a:ext cx="2592000" cy="1584000"/>
              <a:chOff x="70995" y="1232900"/>
              <a:chExt cx="2592000" cy="1584000"/>
            </a:xfrm>
          </p:grpSpPr>
          <p:grpSp>
            <p:nvGrpSpPr>
              <p:cNvPr id="8" name="Group 7"/>
              <p:cNvGrpSpPr>
                <a:grpSpLocks/>
              </p:cNvGrpSpPr>
              <p:nvPr/>
            </p:nvGrpSpPr>
            <p:grpSpPr>
              <a:xfrm>
                <a:off x="70995" y="1232900"/>
                <a:ext cx="2592000" cy="1584000"/>
                <a:chOff x="892711" y="1270057"/>
                <a:chExt cx="5400000" cy="3950727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892711" y="5004784"/>
                  <a:ext cx="5400000" cy="21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Rectangle 12"/>
                <p:cNvSpPr/>
                <p:nvPr/>
              </p:nvSpPr>
              <p:spPr>
                <a:xfrm>
                  <a:off x="5431706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" name="Rectangle 13"/>
                <p:cNvSpPr/>
                <p:nvPr/>
              </p:nvSpPr>
              <p:spPr>
                <a:xfrm>
                  <a:off x="1702474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" name="Rectangle 14"/>
                <p:cNvSpPr/>
                <p:nvPr/>
              </p:nvSpPr>
              <p:spPr>
                <a:xfrm>
                  <a:off x="3571408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9" name="Rectangle 8"/>
              <p:cNvSpPr>
                <a:spLocks/>
              </p:cNvSpPr>
              <p:nvPr/>
            </p:nvSpPr>
            <p:spPr>
              <a:xfrm>
                <a:off x="70995" y="2583149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>
                <a:spLocks/>
              </p:cNvSpPr>
              <p:nvPr/>
            </p:nvSpPr>
            <p:spPr>
              <a:xfrm>
                <a:off x="127179" y="2402169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>
                <a:spLocks/>
              </p:cNvSpPr>
              <p:nvPr/>
            </p:nvSpPr>
            <p:spPr>
              <a:xfrm>
                <a:off x="171681" y="2237627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Rectangle 6"/>
            <p:cNvSpPr>
              <a:spLocks/>
            </p:cNvSpPr>
            <p:nvPr/>
          </p:nvSpPr>
          <p:spPr>
            <a:xfrm>
              <a:off x="389824" y="1470893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844748" y="646060"/>
            <a:ext cx="3047153" cy="1584000"/>
            <a:chOff x="2854306" y="5061660"/>
            <a:chExt cx="3047153" cy="1584000"/>
          </a:xfrm>
        </p:grpSpPr>
        <p:grpSp>
          <p:nvGrpSpPr>
            <p:cNvPr id="17" name="Group 16"/>
            <p:cNvGrpSpPr>
              <a:grpSpLocks/>
            </p:cNvGrpSpPr>
            <p:nvPr/>
          </p:nvGrpSpPr>
          <p:grpSpPr>
            <a:xfrm>
              <a:off x="3309459" y="5061660"/>
              <a:ext cx="2592000" cy="1584000"/>
              <a:chOff x="892711" y="1270057"/>
              <a:chExt cx="5400000" cy="3950727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8" name="Rectangle 17"/>
            <p:cNvSpPr>
              <a:spLocks/>
            </p:cNvSpPr>
            <p:nvPr/>
          </p:nvSpPr>
          <p:spPr>
            <a:xfrm>
              <a:off x="3309459" y="6452939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>
              <a:spLocks/>
            </p:cNvSpPr>
            <p:nvPr/>
          </p:nvSpPr>
          <p:spPr>
            <a:xfrm>
              <a:off x="4305935" y="6285096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>
              <a:spLocks/>
            </p:cNvSpPr>
            <p:nvPr/>
          </p:nvSpPr>
          <p:spPr>
            <a:xfrm>
              <a:off x="4379234" y="6100208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2854306" y="5347353"/>
              <a:ext cx="843839" cy="400336"/>
              <a:chOff x="2354864" y="642068"/>
              <a:chExt cx="843839" cy="400336"/>
            </a:xfrm>
          </p:grpSpPr>
          <p:cxnSp>
            <p:nvCxnSpPr>
              <p:cNvPr id="23" name="Straight Arrow Connector 22"/>
              <p:cNvCxnSpPr/>
              <p:nvPr/>
            </p:nvCxnSpPr>
            <p:spPr>
              <a:xfrm>
                <a:off x="235486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2549171" y="642068"/>
                <a:ext cx="6495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1-7</a:t>
                </a:r>
                <a:endParaRPr lang="en-US" dirty="0"/>
              </a:p>
            </p:txBody>
          </p:sp>
        </p:grpSp>
        <p:sp>
          <p:nvSpPr>
            <p:cNvPr id="22" name="Rectangle 21"/>
            <p:cNvSpPr>
              <a:spLocks/>
            </p:cNvSpPr>
            <p:nvPr/>
          </p:nvSpPr>
          <p:spPr>
            <a:xfrm>
              <a:off x="4269794" y="6435381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5807162" y="646060"/>
            <a:ext cx="3102876" cy="1584000"/>
            <a:chOff x="5929677" y="5045984"/>
            <a:chExt cx="3102876" cy="1584000"/>
          </a:xfrm>
        </p:grpSpPr>
        <p:grpSp>
          <p:nvGrpSpPr>
            <p:cNvPr id="30" name="Group 29"/>
            <p:cNvGrpSpPr>
              <a:grpSpLocks/>
            </p:cNvGrpSpPr>
            <p:nvPr/>
          </p:nvGrpSpPr>
          <p:grpSpPr>
            <a:xfrm>
              <a:off x="6384830" y="5045984"/>
              <a:ext cx="2592000" cy="1584000"/>
              <a:chOff x="892711" y="1270057"/>
              <a:chExt cx="5400000" cy="3950727"/>
            </a:xfrm>
          </p:grpSpPr>
          <p:sp>
            <p:nvSpPr>
              <p:cNvPr id="38" name="Rectangle 37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1" name="Rectangle 30"/>
            <p:cNvSpPr>
              <a:spLocks/>
            </p:cNvSpPr>
            <p:nvPr/>
          </p:nvSpPr>
          <p:spPr>
            <a:xfrm>
              <a:off x="8168553" y="6381381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>
              <a:spLocks/>
            </p:cNvSpPr>
            <p:nvPr/>
          </p:nvSpPr>
          <p:spPr>
            <a:xfrm>
              <a:off x="7419610" y="6237980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>
              <a:spLocks/>
            </p:cNvSpPr>
            <p:nvPr/>
          </p:nvSpPr>
          <p:spPr>
            <a:xfrm>
              <a:off x="7499697" y="6084532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5929677" y="5331677"/>
              <a:ext cx="689845" cy="400336"/>
              <a:chOff x="2354864" y="642068"/>
              <a:chExt cx="689845" cy="400336"/>
            </a:xfrm>
          </p:grpSpPr>
          <p:cxnSp>
            <p:nvCxnSpPr>
              <p:cNvPr id="36" name="Straight Arrow Connector 35"/>
              <p:cNvCxnSpPr/>
              <p:nvPr/>
            </p:nvCxnSpPr>
            <p:spPr>
              <a:xfrm>
                <a:off x="235486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/>
              <p:cNvSpPr txBox="1"/>
              <p:nvPr/>
            </p:nvSpPr>
            <p:spPr>
              <a:xfrm>
                <a:off x="2549170" y="642068"/>
                <a:ext cx="4359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</p:grpSp>
        <p:sp>
          <p:nvSpPr>
            <p:cNvPr id="35" name="Rectangle 34"/>
            <p:cNvSpPr>
              <a:spLocks/>
            </p:cNvSpPr>
            <p:nvPr/>
          </p:nvSpPr>
          <p:spPr>
            <a:xfrm>
              <a:off x="7345165" y="6383263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56270" y="3059223"/>
            <a:ext cx="2992646" cy="1584000"/>
            <a:chOff x="5804632" y="489320"/>
            <a:chExt cx="2992646" cy="1584000"/>
          </a:xfrm>
        </p:grpSpPr>
        <p:grpSp>
          <p:nvGrpSpPr>
            <p:cNvPr id="43" name="Group 42"/>
            <p:cNvGrpSpPr/>
            <p:nvPr/>
          </p:nvGrpSpPr>
          <p:grpSpPr>
            <a:xfrm>
              <a:off x="6149555" y="489320"/>
              <a:ext cx="2647723" cy="1584000"/>
              <a:chOff x="6384830" y="5045984"/>
              <a:chExt cx="2647723" cy="1584000"/>
            </a:xfrm>
          </p:grpSpPr>
          <p:grpSp>
            <p:nvGrpSpPr>
              <p:cNvPr id="47" name="Group 46"/>
              <p:cNvGrpSpPr>
                <a:grpSpLocks/>
              </p:cNvGrpSpPr>
              <p:nvPr/>
            </p:nvGrpSpPr>
            <p:grpSpPr>
              <a:xfrm>
                <a:off x="6384830" y="5045984"/>
                <a:ext cx="2592000" cy="1584000"/>
                <a:chOff x="892711" y="1270057"/>
                <a:chExt cx="5400000" cy="3950727"/>
              </a:xfrm>
            </p:grpSpPr>
            <p:sp>
              <p:nvSpPr>
                <p:cNvPr id="52" name="Rectangle 51"/>
                <p:cNvSpPr/>
                <p:nvPr/>
              </p:nvSpPr>
              <p:spPr>
                <a:xfrm>
                  <a:off x="892711" y="5004784"/>
                  <a:ext cx="5400000" cy="21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" name="Rectangle 52"/>
                <p:cNvSpPr/>
                <p:nvPr/>
              </p:nvSpPr>
              <p:spPr>
                <a:xfrm>
                  <a:off x="5431706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" name="Rectangle 53"/>
                <p:cNvSpPr/>
                <p:nvPr/>
              </p:nvSpPr>
              <p:spPr>
                <a:xfrm>
                  <a:off x="1702474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" name="Rectangle 54"/>
                <p:cNvSpPr/>
                <p:nvPr/>
              </p:nvSpPr>
              <p:spPr>
                <a:xfrm>
                  <a:off x="3571408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48" name="Rectangle 47"/>
              <p:cNvSpPr>
                <a:spLocks/>
              </p:cNvSpPr>
              <p:nvPr/>
            </p:nvSpPr>
            <p:spPr>
              <a:xfrm>
                <a:off x="8168553" y="6381381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/>
              <p:cNvSpPr>
                <a:spLocks/>
              </p:cNvSpPr>
              <p:nvPr/>
            </p:nvSpPr>
            <p:spPr>
              <a:xfrm>
                <a:off x="8310108" y="6109462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/>
              <p:cNvSpPr>
                <a:spLocks/>
              </p:cNvSpPr>
              <p:nvPr/>
            </p:nvSpPr>
            <p:spPr>
              <a:xfrm>
                <a:off x="8352747" y="5965476"/>
                <a:ext cx="432000" cy="10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/>
              <p:cNvSpPr>
                <a:spLocks/>
              </p:cNvSpPr>
              <p:nvPr/>
            </p:nvSpPr>
            <p:spPr>
              <a:xfrm>
                <a:off x="8238108" y="6241467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5804632" y="623623"/>
              <a:ext cx="897733" cy="400336"/>
              <a:chOff x="2583004" y="642068"/>
              <a:chExt cx="897733" cy="400336"/>
            </a:xfrm>
          </p:grpSpPr>
          <p:cxnSp>
            <p:nvCxnSpPr>
              <p:cNvPr id="45" name="Straight Arrow Connector 44"/>
              <p:cNvCxnSpPr/>
              <p:nvPr/>
            </p:nvCxnSpPr>
            <p:spPr>
              <a:xfrm>
                <a:off x="258300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/>
              <p:cNvSpPr txBox="1"/>
              <p:nvPr/>
            </p:nvSpPr>
            <p:spPr>
              <a:xfrm>
                <a:off x="2649360" y="642068"/>
                <a:ext cx="8313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9-15</a:t>
                </a:r>
                <a:endParaRPr lang="en-US" dirty="0"/>
              </a:p>
            </p:txBody>
          </p:sp>
        </p:grpSp>
      </p:grpSp>
      <p:sp>
        <p:nvSpPr>
          <p:cNvPr id="56" name="TextBox 55"/>
          <p:cNvSpPr txBox="1"/>
          <p:nvPr/>
        </p:nvSpPr>
        <p:spPr>
          <a:xfrm>
            <a:off x="3568448" y="3397330"/>
            <a:ext cx="37062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So 7+1+7 = 2*7 + 1 = 15 moves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79477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463" y="12338"/>
            <a:ext cx="4838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N=5 discs </a:t>
            </a:r>
            <a:r>
              <a:rPr lang="mr-IN" sz="2000" dirty="0" smtClean="0"/>
              <a:t>–</a:t>
            </a:r>
            <a:r>
              <a:rPr lang="en-US" sz="2000" dirty="0" smtClean="0"/>
              <a:t> abbreviated version </a:t>
            </a:r>
            <a:endParaRPr lang="en-US" sz="2000" dirty="0"/>
          </a:p>
        </p:txBody>
      </p:sp>
      <p:grpSp>
        <p:nvGrpSpPr>
          <p:cNvPr id="5" name="Group 4"/>
          <p:cNvGrpSpPr/>
          <p:nvPr/>
        </p:nvGrpSpPr>
        <p:grpSpPr>
          <a:xfrm>
            <a:off x="177820" y="646060"/>
            <a:ext cx="2592000" cy="1584000"/>
            <a:chOff x="228891" y="667084"/>
            <a:chExt cx="2592000" cy="1584000"/>
          </a:xfrm>
        </p:grpSpPr>
        <p:grpSp>
          <p:nvGrpSpPr>
            <p:cNvPr id="6" name="Group 5"/>
            <p:cNvGrpSpPr/>
            <p:nvPr/>
          </p:nvGrpSpPr>
          <p:grpSpPr>
            <a:xfrm>
              <a:off x="228891" y="667084"/>
              <a:ext cx="2592000" cy="1584000"/>
              <a:chOff x="70995" y="1232900"/>
              <a:chExt cx="2592000" cy="1584000"/>
            </a:xfrm>
          </p:grpSpPr>
          <p:grpSp>
            <p:nvGrpSpPr>
              <p:cNvPr id="8" name="Group 7"/>
              <p:cNvGrpSpPr>
                <a:grpSpLocks/>
              </p:cNvGrpSpPr>
              <p:nvPr/>
            </p:nvGrpSpPr>
            <p:grpSpPr>
              <a:xfrm>
                <a:off x="70995" y="1232900"/>
                <a:ext cx="2592000" cy="1584000"/>
                <a:chOff x="892711" y="1270057"/>
                <a:chExt cx="5400000" cy="3950727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892711" y="5004784"/>
                  <a:ext cx="5400000" cy="21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Rectangle 12"/>
                <p:cNvSpPr/>
                <p:nvPr/>
              </p:nvSpPr>
              <p:spPr>
                <a:xfrm>
                  <a:off x="5431706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" name="Rectangle 13"/>
                <p:cNvSpPr/>
                <p:nvPr/>
              </p:nvSpPr>
              <p:spPr>
                <a:xfrm>
                  <a:off x="1702474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" name="Rectangle 14"/>
                <p:cNvSpPr/>
                <p:nvPr/>
              </p:nvSpPr>
              <p:spPr>
                <a:xfrm>
                  <a:off x="3571408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9" name="Rectangle 8"/>
              <p:cNvSpPr>
                <a:spLocks/>
              </p:cNvSpPr>
              <p:nvPr/>
            </p:nvSpPr>
            <p:spPr>
              <a:xfrm>
                <a:off x="70995" y="2583149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>
                <a:spLocks/>
              </p:cNvSpPr>
              <p:nvPr/>
            </p:nvSpPr>
            <p:spPr>
              <a:xfrm>
                <a:off x="127179" y="2402169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>
                <a:spLocks/>
              </p:cNvSpPr>
              <p:nvPr/>
            </p:nvSpPr>
            <p:spPr>
              <a:xfrm>
                <a:off x="171681" y="2237627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Rectangle 6"/>
            <p:cNvSpPr>
              <a:spLocks/>
            </p:cNvSpPr>
            <p:nvPr/>
          </p:nvSpPr>
          <p:spPr>
            <a:xfrm>
              <a:off x="389824" y="1470893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844748" y="646060"/>
            <a:ext cx="3047153" cy="1584000"/>
            <a:chOff x="2854306" y="5061660"/>
            <a:chExt cx="3047153" cy="1584000"/>
          </a:xfrm>
        </p:grpSpPr>
        <p:grpSp>
          <p:nvGrpSpPr>
            <p:cNvPr id="17" name="Group 16"/>
            <p:cNvGrpSpPr>
              <a:grpSpLocks/>
            </p:cNvGrpSpPr>
            <p:nvPr/>
          </p:nvGrpSpPr>
          <p:grpSpPr>
            <a:xfrm>
              <a:off x="3309459" y="5061660"/>
              <a:ext cx="2592000" cy="1584000"/>
              <a:chOff x="892711" y="1270057"/>
              <a:chExt cx="5400000" cy="3950727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8" name="Rectangle 17"/>
            <p:cNvSpPr>
              <a:spLocks/>
            </p:cNvSpPr>
            <p:nvPr/>
          </p:nvSpPr>
          <p:spPr>
            <a:xfrm>
              <a:off x="3309459" y="6452939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>
              <a:spLocks/>
            </p:cNvSpPr>
            <p:nvPr/>
          </p:nvSpPr>
          <p:spPr>
            <a:xfrm>
              <a:off x="4305935" y="6285096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>
              <a:spLocks/>
            </p:cNvSpPr>
            <p:nvPr/>
          </p:nvSpPr>
          <p:spPr>
            <a:xfrm>
              <a:off x="4379234" y="6100208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2854306" y="5347353"/>
              <a:ext cx="843839" cy="400336"/>
              <a:chOff x="2354864" y="642068"/>
              <a:chExt cx="843839" cy="400336"/>
            </a:xfrm>
          </p:grpSpPr>
          <p:cxnSp>
            <p:nvCxnSpPr>
              <p:cNvPr id="23" name="Straight Arrow Connector 22"/>
              <p:cNvCxnSpPr/>
              <p:nvPr/>
            </p:nvCxnSpPr>
            <p:spPr>
              <a:xfrm>
                <a:off x="235486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2549171" y="642068"/>
                <a:ext cx="6495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1-15</a:t>
                </a:r>
                <a:endParaRPr lang="en-US" dirty="0"/>
              </a:p>
            </p:txBody>
          </p:sp>
        </p:grpSp>
        <p:sp>
          <p:nvSpPr>
            <p:cNvPr id="22" name="Rectangle 21"/>
            <p:cNvSpPr>
              <a:spLocks/>
            </p:cNvSpPr>
            <p:nvPr/>
          </p:nvSpPr>
          <p:spPr>
            <a:xfrm>
              <a:off x="4269794" y="6435381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5807162" y="646060"/>
            <a:ext cx="3102876" cy="1584000"/>
            <a:chOff x="5929677" y="5045984"/>
            <a:chExt cx="3102876" cy="1584000"/>
          </a:xfrm>
        </p:grpSpPr>
        <p:grpSp>
          <p:nvGrpSpPr>
            <p:cNvPr id="30" name="Group 29"/>
            <p:cNvGrpSpPr>
              <a:grpSpLocks/>
            </p:cNvGrpSpPr>
            <p:nvPr/>
          </p:nvGrpSpPr>
          <p:grpSpPr>
            <a:xfrm>
              <a:off x="6384830" y="5045984"/>
              <a:ext cx="2592000" cy="1584000"/>
              <a:chOff x="892711" y="1270057"/>
              <a:chExt cx="5400000" cy="3950727"/>
            </a:xfrm>
          </p:grpSpPr>
          <p:sp>
            <p:nvSpPr>
              <p:cNvPr id="38" name="Rectangle 37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1" name="Rectangle 30"/>
            <p:cNvSpPr>
              <a:spLocks/>
            </p:cNvSpPr>
            <p:nvPr/>
          </p:nvSpPr>
          <p:spPr>
            <a:xfrm>
              <a:off x="8168553" y="6381381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>
              <a:spLocks/>
            </p:cNvSpPr>
            <p:nvPr/>
          </p:nvSpPr>
          <p:spPr>
            <a:xfrm>
              <a:off x="7419610" y="6237980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>
              <a:spLocks/>
            </p:cNvSpPr>
            <p:nvPr/>
          </p:nvSpPr>
          <p:spPr>
            <a:xfrm>
              <a:off x="7499697" y="6084532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5929677" y="5331677"/>
              <a:ext cx="843839" cy="400336"/>
              <a:chOff x="2354864" y="642068"/>
              <a:chExt cx="843839" cy="400336"/>
            </a:xfrm>
          </p:grpSpPr>
          <p:cxnSp>
            <p:nvCxnSpPr>
              <p:cNvPr id="36" name="Straight Arrow Connector 35"/>
              <p:cNvCxnSpPr/>
              <p:nvPr/>
            </p:nvCxnSpPr>
            <p:spPr>
              <a:xfrm>
                <a:off x="235486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/>
              <p:cNvSpPr txBox="1"/>
              <p:nvPr/>
            </p:nvSpPr>
            <p:spPr>
              <a:xfrm>
                <a:off x="2549170" y="642068"/>
                <a:ext cx="6495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16</a:t>
                </a:r>
                <a:endParaRPr lang="en-US" dirty="0"/>
              </a:p>
            </p:txBody>
          </p:sp>
        </p:grpSp>
        <p:sp>
          <p:nvSpPr>
            <p:cNvPr id="35" name="Rectangle 34"/>
            <p:cNvSpPr>
              <a:spLocks/>
            </p:cNvSpPr>
            <p:nvPr/>
          </p:nvSpPr>
          <p:spPr>
            <a:xfrm>
              <a:off x="7345165" y="6383263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56270" y="3059223"/>
            <a:ext cx="2992646" cy="1584000"/>
            <a:chOff x="5804632" y="489320"/>
            <a:chExt cx="2992646" cy="1584000"/>
          </a:xfrm>
        </p:grpSpPr>
        <p:grpSp>
          <p:nvGrpSpPr>
            <p:cNvPr id="43" name="Group 42"/>
            <p:cNvGrpSpPr/>
            <p:nvPr/>
          </p:nvGrpSpPr>
          <p:grpSpPr>
            <a:xfrm>
              <a:off x="6149555" y="489320"/>
              <a:ext cx="2647723" cy="1584000"/>
              <a:chOff x="6384830" y="5045984"/>
              <a:chExt cx="2647723" cy="1584000"/>
            </a:xfrm>
          </p:grpSpPr>
          <p:grpSp>
            <p:nvGrpSpPr>
              <p:cNvPr id="47" name="Group 46"/>
              <p:cNvGrpSpPr>
                <a:grpSpLocks/>
              </p:cNvGrpSpPr>
              <p:nvPr/>
            </p:nvGrpSpPr>
            <p:grpSpPr>
              <a:xfrm>
                <a:off x="6384830" y="5045984"/>
                <a:ext cx="2592000" cy="1584000"/>
                <a:chOff x="892711" y="1270057"/>
                <a:chExt cx="5400000" cy="3950727"/>
              </a:xfrm>
            </p:grpSpPr>
            <p:sp>
              <p:nvSpPr>
                <p:cNvPr id="52" name="Rectangle 51"/>
                <p:cNvSpPr/>
                <p:nvPr/>
              </p:nvSpPr>
              <p:spPr>
                <a:xfrm>
                  <a:off x="892711" y="5004784"/>
                  <a:ext cx="5400000" cy="21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" name="Rectangle 52"/>
                <p:cNvSpPr/>
                <p:nvPr/>
              </p:nvSpPr>
              <p:spPr>
                <a:xfrm>
                  <a:off x="5431706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" name="Rectangle 53"/>
                <p:cNvSpPr/>
                <p:nvPr/>
              </p:nvSpPr>
              <p:spPr>
                <a:xfrm>
                  <a:off x="1702474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" name="Rectangle 54"/>
                <p:cNvSpPr/>
                <p:nvPr/>
              </p:nvSpPr>
              <p:spPr>
                <a:xfrm>
                  <a:off x="3571408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48" name="Rectangle 47"/>
              <p:cNvSpPr>
                <a:spLocks/>
              </p:cNvSpPr>
              <p:nvPr/>
            </p:nvSpPr>
            <p:spPr>
              <a:xfrm>
                <a:off x="8168553" y="6381381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/>
              <p:cNvSpPr>
                <a:spLocks/>
              </p:cNvSpPr>
              <p:nvPr/>
            </p:nvSpPr>
            <p:spPr>
              <a:xfrm>
                <a:off x="8310108" y="6109462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/>
              <p:cNvSpPr>
                <a:spLocks/>
              </p:cNvSpPr>
              <p:nvPr/>
            </p:nvSpPr>
            <p:spPr>
              <a:xfrm>
                <a:off x="8352747" y="5965476"/>
                <a:ext cx="432000" cy="10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/>
              <p:cNvSpPr>
                <a:spLocks/>
              </p:cNvSpPr>
              <p:nvPr/>
            </p:nvSpPr>
            <p:spPr>
              <a:xfrm>
                <a:off x="8238108" y="6241467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5804632" y="623623"/>
              <a:ext cx="831377" cy="400336"/>
              <a:chOff x="2583004" y="642068"/>
              <a:chExt cx="831377" cy="400336"/>
            </a:xfrm>
          </p:grpSpPr>
          <p:cxnSp>
            <p:nvCxnSpPr>
              <p:cNvPr id="45" name="Straight Arrow Connector 44"/>
              <p:cNvCxnSpPr/>
              <p:nvPr/>
            </p:nvCxnSpPr>
            <p:spPr>
              <a:xfrm>
                <a:off x="258300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/>
              <p:cNvSpPr txBox="1"/>
              <p:nvPr/>
            </p:nvSpPr>
            <p:spPr>
              <a:xfrm>
                <a:off x="2583004" y="642068"/>
                <a:ext cx="8313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17-31</a:t>
                </a:r>
                <a:endParaRPr lang="en-US" dirty="0"/>
              </a:p>
            </p:txBody>
          </p:sp>
        </p:grpSp>
      </p:grpSp>
      <p:sp>
        <p:nvSpPr>
          <p:cNvPr id="56" name="TextBox 55"/>
          <p:cNvSpPr txBox="1"/>
          <p:nvPr/>
        </p:nvSpPr>
        <p:spPr>
          <a:xfrm>
            <a:off x="3568448" y="3397329"/>
            <a:ext cx="36542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So 15+1+15 = 2*15 + 1 = 32 moves</a:t>
            </a:r>
            <a:endParaRPr lang="en-US" sz="2000" dirty="0"/>
          </a:p>
        </p:txBody>
      </p:sp>
      <p:sp>
        <p:nvSpPr>
          <p:cNvPr id="58" name="Rectangle 57"/>
          <p:cNvSpPr>
            <a:spLocks/>
          </p:cNvSpPr>
          <p:nvPr/>
        </p:nvSpPr>
        <p:spPr>
          <a:xfrm>
            <a:off x="422506" y="1278089"/>
            <a:ext cx="288000" cy="10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>
            <a:spLocks/>
          </p:cNvSpPr>
          <p:nvPr/>
        </p:nvSpPr>
        <p:spPr>
          <a:xfrm>
            <a:off x="4441676" y="1526596"/>
            <a:ext cx="288000" cy="10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>
            <a:spLocks/>
          </p:cNvSpPr>
          <p:nvPr/>
        </p:nvSpPr>
        <p:spPr>
          <a:xfrm>
            <a:off x="7438650" y="1538489"/>
            <a:ext cx="288000" cy="10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>
            <a:spLocks/>
          </p:cNvSpPr>
          <p:nvPr/>
        </p:nvSpPr>
        <p:spPr>
          <a:xfrm>
            <a:off x="2445205" y="3788109"/>
            <a:ext cx="288000" cy="10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717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464" y="12338"/>
            <a:ext cx="5968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N=6 discs </a:t>
            </a:r>
            <a:r>
              <a:rPr lang="mr-IN" sz="2000" dirty="0" smtClean="0"/>
              <a:t>–</a:t>
            </a:r>
            <a:r>
              <a:rPr lang="en-US" sz="2000" dirty="0" smtClean="0"/>
              <a:t> abbreviated version </a:t>
            </a:r>
            <a:endParaRPr lang="en-US" sz="2000" dirty="0"/>
          </a:p>
        </p:txBody>
      </p:sp>
      <p:grpSp>
        <p:nvGrpSpPr>
          <p:cNvPr id="5" name="Group 4"/>
          <p:cNvGrpSpPr/>
          <p:nvPr/>
        </p:nvGrpSpPr>
        <p:grpSpPr>
          <a:xfrm>
            <a:off x="177820" y="646060"/>
            <a:ext cx="2592000" cy="1584000"/>
            <a:chOff x="228891" y="667084"/>
            <a:chExt cx="2592000" cy="1584000"/>
          </a:xfrm>
        </p:grpSpPr>
        <p:grpSp>
          <p:nvGrpSpPr>
            <p:cNvPr id="6" name="Group 5"/>
            <p:cNvGrpSpPr/>
            <p:nvPr/>
          </p:nvGrpSpPr>
          <p:grpSpPr>
            <a:xfrm>
              <a:off x="228891" y="667084"/>
              <a:ext cx="2592000" cy="1584000"/>
              <a:chOff x="70995" y="1232900"/>
              <a:chExt cx="2592000" cy="1584000"/>
            </a:xfrm>
          </p:grpSpPr>
          <p:grpSp>
            <p:nvGrpSpPr>
              <p:cNvPr id="8" name="Group 7"/>
              <p:cNvGrpSpPr>
                <a:grpSpLocks/>
              </p:cNvGrpSpPr>
              <p:nvPr/>
            </p:nvGrpSpPr>
            <p:grpSpPr>
              <a:xfrm>
                <a:off x="70995" y="1232900"/>
                <a:ext cx="2592000" cy="1584000"/>
                <a:chOff x="892711" y="1270057"/>
                <a:chExt cx="5400000" cy="3950727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892711" y="5004784"/>
                  <a:ext cx="5400000" cy="21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Rectangle 12"/>
                <p:cNvSpPr/>
                <p:nvPr/>
              </p:nvSpPr>
              <p:spPr>
                <a:xfrm>
                  <a:off x="5431706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" name="Rectangle 13"/>
                <p:cNvSpPr/>
                <p:nvPr/>
              </p:nvSpPr>
              <p:spPr>
                <a:xfrm>
                  <a:off x="1702474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" name="Rectangle 14"/>
                <p:cNvSpPr/>
                <p:nvPr/>
              </p:nvSpPr>
              <p:spPr>
                <a:xfrm>
                  <a:off x="3571408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9" name="Rectangle 8"/>
              <p:cNvSpPr>
                <a:spLocks/>
              </p:cNvSpPr>
              <p:nvPr/>
            </p:nvSpPr>
            <p:spPr>
              <a:xfrm>
                <a:off x="70995" y="2583149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>
                <a:spLocks/>
              </p:cNvSpPr>
              <p:nvPr/>
            </p:nvSpPr>
            <p:spPr>
              <a:xfrm>
                <a:off x="127179" y="2402169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>
                <a:spLocks/>
              </p:cNvSpPr>
              <p:nvPr/>
            </p:nvSpPr>
            <p:spPr>
              <a:xfrm>
                <a:off x="171681" y="2237627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Rectangle 6"/>
            <p:cNvSpPr>
              <a:spLocks/>
            </p:cNvSpPr>
            <p:nvPr/>
          </p:nvSpPr>
          <p:spPr>
            <a:xfrm>
              <a:off x="389824" y="1470893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835482" y="646060"/>
            <a:ext cx="3056419" cy="1584000"/>
            <a:chOff x="2845040" y="5061660"/>
            <a:chExt cx="3056419" cy="1584000"/>
          </a:xfrm>
        </p:grpSpPr>
        <p:grpSp>
          <p:nvGrpSpPr>
            <p:cNvPr id="17" name="Group 16"/>
            <p:cNvGrpSpPr>
              <a:grpSpLocks/>
            </p:cNvGrpSpPr>
            <p:nvPr/>
          </p:nvGrpSpPr>
          <p:grpSpPr>
            <a:xfrm>
              <a:off x="3309459" y="5061660"/>
              <a:ext cx="2592000" cy="1584000"/>
              <a:chOff x="892711" y="1270057"/>
              <a:chExt cx="5400000" cy="3950727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8" name="Rectangle 17"/>
            <p:cNvSpPr>
              <a:spLocks/>
            </p:cNvSpPr>
            <p:nvPr/>
          </p:nvSpPr>
          <p:spPr>
            <a:xfrm>
              <a:off x="3309459" y="6452939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>
              <a:spLocks/>
            </p:cNvSpPr>
            <p:nvPr/>
          </p:nvSpPr>
          <p:spPr>
            <a:xfrm>
              <a:off x="4305935" y="6285096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>
              <a:spLocks/>
            </p:cNvSpPr>
            <p:nvPr/>
          </p:nvSpPr>
          <p:spPr>
            <a:xfrm>
              <a:off x="4379234" y="6100208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2845040" y="5347353"/>
              <a:ext cx="699111" cy="400336"/>
              <a:chOff x="2345598" y="642068"/>
              <a:chExt cx="699111" cy="400336"/>
            </a:xfrm>
          </p:grpSpPr>
          <p:cxnSp>
            <p:nvCxnSpPr>
              <p:cNvPr id="23" name="Straight Arrow Connector 22"/>
              <p:cNvCxnSpPr/>
              <p:nvPr/>
            </p:nvCxnSpPr>
            <p:spPr>
              <a:xfrm>
                <a:off x="235486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2345598" y="642068"/>
                <a:ext cx="6495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1-31</a:t>
                </a:r>
                <a:endParaRPr lang="en-US" dirty="0"/>
              </a:p>
            </p:txBody>
          </p:sp>
        </p:grpSp>
        <p:sp>
          <p:nvSpPr>
            <p:cNvPr id="22" name="Rectangle 21"/>
            <p:cNvSpPr>
              <a:spLocks/>
            </p:cNvSpPr>
            <p:nvPr/>
          </p:nvSpPr>
          <p:spPr>
            <a:xfrm>
              <a:off x="4269794" y="6435381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5807162" y="646060"/>
            <a:ext cx="3102876" cy="1584000"/>
            <a:chOff x="5929677" y="5045984"/>
            <a:chExt cx="3102876" cy="1584000"/>
          </a:xfrm>
        </p:grpSpPr>
        <p:grpSp>
          <p:nvGrpSpPr>
            <p:cNvPr id="30" name="Group 29"/>
            <p:cNvGrpSpPr>
              <a:grpSpLocks/>
            </p:cNvGrpSpPr>
            <p:nvPr/>
          </p:nvGrpSpPr>
          <p:grpSpPr>
            <a:xfrm>
              <a:off x="6384830" y="5045984"/>
              <a:ext cx="2592000" cy="1584000"/>
              <a:chOff x="892711" y="1270057"/>
              <a:chExt cx="5400000" cy="3950727"/>
            </a:xfrm>
          </p:grpSpPr>
          <p:sp>
            <p:nvSpPr>
              <p:cNvPr id="38" name="Rectangle 37"/>
              <p:cNvSpPr/>
              <p:nvPr/>
            </p:nvSpPr>
            <p:spPr>
              <a:xfrm>
                <a:off x="892711" y="5004784"/>
                <a:ext cx="5400000" cy="21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5431706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1702474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3571408" y="1270057"/>
                <a:ext cx="72000" cy="3790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1" name="Rectangle 30"/>
            <p:cNvSpPr>
              <a:spLocks/>
            </p:cNvSpPr>
            <p:nvPr/>
          </p:nvSpPr>
          <p:spPr>
            <a:xfrm>
              <a:off x="8168553" y="6381381"/>
              <a:ext cx="864000" cy="10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>
              <a:spLocks/>
            </p:cNvSpPr>
            <p:nvPr/>
          </p:nvSpPr>
          <p:spPr>
            <a:xfrm>
              <a:off x="7419610" y="6237980"/>
              <a:ext cx="576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>
              <a:spLocks/>
            </p:cNvSpPr>
            <p:nvPr/>
          </p:nvSpPr>
          <p:spPr>
            <a:xfrm>
              <a:off x="7499697" y="6084532"/>
              <a:ext cx="432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5929677" y="5331677"/>
              <a:ext cx="843839" cy="400336"/>
              <a:chOff x="2354864" y="642068"/>
              <a:chExt cx="843839" cy="400336"/>
            </a:xfrm>
          </p:grpSpPr>
          <p:cxnSp>
            <p:nvCxnSpPr>
              <p:cNvPr id="36" name="Straight Arrow Connector 35"/>
              <p:cNvCxnSpPr/>
              <p:nvPr/>
            </p:nvCxnSpPr>
            <p:spPr>
              <a:xfrm>
                <a:off x="235486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/>
              <p:cNvSpPr txBox="1"/>
              <p:nvPr/>
            </p:nvSpPr>
            <p:spPr>
              <a:xfrm>
                <a:off x="2549170" y="642068"/>
                <a:ext cx="6495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32</a:t>
                </a:r>
                <a:endParaRPr lang="en-US" dirty="0"/>
              </a:p>
            </p:txBody>
          </p:sp>
        </p:grpSp>
        <p:sp>
          <p:nvSpPr>
            <p:cNvPr id="35" name="Rectangle 34"/>
            <p:cNvSpPr>
              <a:spLocks/>
            </p:cNvSpPr>
            <p:nvPr/>
          </p:nvSpPr>
          <p:spPr>
            <a:xfrm>
              <a:off x="7345165" y="6383263"/>
              <a:ext cx="720000" cy="10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3464" y="3059223"/>
            <a:ext cx="2992646" cy="1584000"/>
            <a:chOff x="5804632" y="489320"/>
            <a:chExt cx="2992646" cy="1584000"/>
          </a:xfrm>
        </p:grpSpPr>
        <p:grpSp>
          <p:nvGrpSpPr>
            <p:cNvPr id="43" name="Group 42"/>
            <p:cNvGrpSpPr/>
            <p:nvPr/>
          </p:nvGrpSpPr>
          <p:grpSpPr>
            <a:xfrm>
              <a:off x="6149555" y="489320"/>
              <a:ext cx="2647723" cy="1584000"/>
              <a:chOff x="6384830" y="5045984"/>
              <a:chExt cx="2647723" cy="1584000"/>
            </a:xfrm>
          </p:grpSpPr>
          <p:grpSp>
            <p:nvGrpSpPr>
              <p:cNvPr id="47" name="Group 46"/>
              <p:cNvGrpSpPr>
                <a:grpSpLocks/>
              </p:cNvGrpSpPr>
              <p:nvPr/>
            </p:nvGrpSpPr>
            <p:grpSpPr>
              <a:xfrm>
                <a:off x="6384830" y="5045984"/>
                <a:ext cx="2592000" cy="1584000"/>
                <a:chOff x="892711" y="1270057"/>
                <a:chExt cx="5400000" cy="3950727"/>
              </a:xfrm>
            </p:grpSpPr>
            <p:sp>
              <p:nvSpPr>
                <p:cNvPr id="52" name="Rectangle 51"/>
                <p:cNvSpPr/>
                <p:nvPr/>
              </p:nvSpPr>
              <p:spPr>
                <a:xfrm>
                  <a:off x="892711" y="5004784"/>
                  <a:ext cx="5400000" cy="21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" name="Rectangle 52"/>
                <p:cNvSpPr/>
                <p:nvPr/>
              </p:nvSpPr>
              <p:spPr>
                <a:xfrm>
                  <a:off x="5431706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" name="Rectangle 53"/>
                <p:cNvSpPr/>
                <p:nvPr/>
              </p:nvSpPr>
              <p:spPr>
                <a:xfrm>
                  <a:off x="1702474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" name="Rectangle 54"/>
                <p:cNvSpPr/>
                <p:nvPr/>
              </p:nvSpPr>
              <p:spPr>
                <a:xfrm>
                  <a:off x="3571408" y="1270057"/>
                  <a:ext cx="72000" cy="3790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48" name="Rectangle 47"/>
              <p:cNvSpPr>
                <a:spLocks/>
              </p:cNvSpPr>
              <p:nvPr/>
            </p:nvSpPr>
            <p:spPr>
              <a:xfrm>
                <a:off x="8168553" y="6381381"/>
                <a:ext cx="864000" cy="108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/>
              <p:cNvSpPr>
                <a:spLocks/>
              </p:cNvSpPr>
              <p:nvPr/>
            </p:nvSpPr>
            <p:spPr>
              <a:xfrm>
                <a:off x="8310108" y="6109462"/>
                <a:ext cx="576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/>
              <p:cNvSpPr>
                <a:spLocks/>
              </p:cNvSpPr>
              <p:nvPr/>
            </p:nvSpPr>
            <p:spPr>
              <a:xfrm>
                <a:off x="8352747" y="5965476"/>
                <a:ext cx="432000" cy="10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/>
              <p:cNvSpPr>
                <a:spLocks/>
              </p:cNvSpPr>
              <p:nvPr/>
            </p:nvSpPr>
            <p:spPr>
              <a:xfrm>
                <a:off x="8238108" y="6241467"/>
                <a:ext cx="720000" cy="10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5804632" y="623623"/>
              <a:ext cx="835043" cy="400336"/>
              <a:chOff x="2583004" y="642068"/>
              <a:chExt cx="835043" cy="400336"/>
            </a:xfrm>
          </p:grpSpPr>
          <p:cxnSp>
            <p:nvCxnSpPr>
              <p:cNvPr id="45" name="Straight Arrow Connector 44"/>
              <p:cNvCxnSpPr/>
              <p:nvPr/>
            </p:nvCxnSpPr>
            <p:spPr>
              <a:xfrm>
                <a:off x="2583004" y="1042404"/>
                <a:ext cx="68984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/>
              <p:cNvSpPr txBox="1"/>
              <p:nvPr/>
            </p:nvSpPr>
            <p:spPr>
              <a:xfrm>
                <a:off x="2586670" y="642068"/>
                <a:ext cx="8313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33-63</a:t>
                </a:r>
                <a:endParaRPr lang="en-US" dirty="0"/>
              </a:p>
            </p:txBody>
          </p:sp>
        </p:grpSp>
      </p:grpSp>
      <p:sp>
        <p:nvSpPr>
          <p:cNvPr id="56" name="TextBox 55"/>
          <p:cNvSpPr txBox="1"/>
          <p:nvPr/>
        </p:nvSpPr>
        <p:spPr>
          <a:xfrm>
            <a:off x="3568447" y="3397330"/>
            <a:ext cx="528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So 31+1+31 = 2*31 + 1 = 63 moves</a:t>
            </a:r>
            <a:endParaRPr lang="en-US" sz="2000" dirty="0"/>
          </a:p>
        </p:txBody>
      </p:sp>
      <p:sp>
        <p:nvSpPr>
          <p:cNvPr id="57" name="TextBox 56"/>
          <p:cNvSpPr txBox="1"/>
          <p:nvPr/>
        </p:nvSpPr>
        <p:spPr>
          <a:xfrm>
            <a:off x="109800" y="4816625"/>
            <a:ext cx="90341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If T(n) means “the number of moves to move n discs”, we can see </a:t>
            </a:r>
            <a:r>
              <a:rPr lang="en-US" sz="2000" smtClean="0"/>
              <a:t>that </a:t>
            </a:r>
            <a:endParaRPr lang="en-US" sz="2000" dirty="0"/>
          </a:p>
          <a:p>
            <a:r>
              <a:rPr lang="en-US" sz="2000" dirty="0" smtClean="0"/>
              <a:t>T(1) = 1</a:t>
            </a:r>
          </a:p>
          <a:p>
            <a:r>
              <a:rPr lang="en-US" sz="2000" dirty="0" smtClean="0"/>
              <a:t>T(2) = 2*1 + 1 = 3</a:t>
            </a:r>
          </a:p>
          <a:p>
            <a:r>
              <a:rPr lang="en-US" sz="2000" dirty="0" smtClean="0"/>
              <a:t>T(3) = 2*3 + 1 = 7</a:t>
            </a:r>
          </a:p>
          <a:p>
            <a:r>
              <a:rPr lang="en-US" sz="2000" dirty="0" smtClean="0"/>
              <a:t>T(4) = 2*7 + 1 = 15</a:t>
            </a:r>
          </a:p>
          <a:p>
            <a:r>
              <a:rPr lang="en-US" sz="2000" dirty="0" smtClean="0"/>
              <a:t>And in general, T(n) =2* T(n-1) + 1 (see how we get this in next few slides)</a:t>
            </a:r>
            <a:endParaRPr lang="en-US" sz="2000" dirty="0"/>
          </a:p>
        </p:txBody>
      </p:sp>
      <p:sp>
        <p:nvSpPr>
          <p:cNvPr id="58" name="Rectangle 57"/>
          <p:cNvSpPr>
            <a:spLocks/>
          </p:cNvSpPr>
          <p:nvPr/>
        </p:nvSpPr>
        <p:spPr>
          <a:xfrm>
            <a:off x="422506" y="1278089"/>
            <a:ext cx="288000" cy="10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>
            <a:spLocks/>
          </p:cNvSpPr>
          <p:nvPr/>
        </p:nvSpPr>
        <p:spPr>
          <a:xfrm>
            <a:off x="4441676" y="1526596"/>
            <a:ext cx="288000" cy="10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>
            <a:spLocks/>
          </p:cNvSpPr>
          <p:nvPr/>
        </p:nvSpPr>
        <p:spPr>
          <a:xfrm>
            <a:off x="7438650" y="1538489"/>
            <a:ext cx="288000" cy="10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>
            <a:spLocks/>
          </p:cNvSpPr>
          <p:nvPr/>
        </p:nvSpPr>
        <p:spPr>
          <a:xfrm>
            <a:off x="2445205" y="3788109"/>
            <a:ext cx="288000" cy="10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>
            <a:spLocks/>
          </p:cNvSpPr>
          <p:nvPr/>
        </p:nvSpPr>
        <p:spPr>
          <a:xfrm>
            <a:off x="494506" y="1072014"/>
            <a:ext cx="144000" cy="108000"/>
          </a:xfrm>
          <a:prstGeom prst="rect">
            <a:avLst/>
          </a:prstGeom>
          <a:solidFill>
            <a:srgbClr val="37D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>
            <a:spLocks/>
          </p:cNvSpPr>
          <p:nvPr/>
        </p:nvSpPr>
        <p:spPr>
          <a:xfrm>
            <a:off x="4522014" y="1337900"/>
            <a:ext cx="144000" cy="108000"/>
          </a:xfrm>
          <a:prstGeom prst="rect">
            <a:avLst/>
          </a:prstGeom>
          <a:solidFill>
            <a:srgbClr val="37D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>
            <a:spLocks/>
          </p:cNvSpPr>
          <p:nvPr/>
        </p:nvSpPr>
        <p:spPr>
          <a:xfrm>
            <a:off x="7488000" y="1368000"/>
            <a:ext cx="144000" cy="108000"/>
          </a:xfrm>
          <a:prstGeom prst="rect">
            <a:avLst/>
          </a:prstGeom>
          <a:solidFill>
            <a:srgbClr val="37D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>
            <a:spLocks/>
          </p:cNvSpPr>
          <p:nvPr/>
        </p:nvSpPr>
        <p:spPr>
          <a:xfrm>
            <a:off x="2520000" y="3600000"/>
            <a:ext cx="144000" cy="108000"/>
          </a:xfrm>
          <a:prstGeom prst="rect">
            <a:avLst/>
          </a:prstGeom>
          <a:solidFill>
            <a:srgbClr val="37D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062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463" y="492987"/>
            <a:ext cx="891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tx2"/>
                </a:solidFill>
              </a:rPr>
              <a:t>Proof that T(n) = </a:t>
            </a:r>
            <a:r>
              <a:rPr lang="en-US" sz="3600" smtClean="0">
                <a:solidFill>
                  <a:schemeClr val="tx2"/>
                </a:solidFill>
              </a:rPr>
              <a:t>2</a:t>
            </a:r>
            <a:r>
              <a:rPr lang="en-US" sz="3600" baseline="30000" smtClean="0">
                <a:solidFill>
                  <a:schemeClr val="tx2"/>
                </a:solidFill>
              </a:rPr>
              <a:t>n</a:t>
            </a:r>
            <a:r>
              <a:rPr lang="en-US" sz="3600" smtClean="0">
                <a:solidFill>
                  <a:schemeClr val="tx2"/>
                </a:solidFill>
              </a:rPr>
              <a:t> </a:t>
            </a:r>
            <a:r>
              <a:rPr lang="en-US" sz="3600" smtClean="0">
                <a:solidFill>
                  <a:schemeClr val="tx2"/>
                </a:solidFill>
              </a:rPr>
              <a:t>– 1 </a:t>
            </a:r>
            <a:r>
              <a:rPr lang="en-US" sz="2400" smtClean="0">
                <a:solidFill>
                  <a:schemeClr val="tx2"/>
                </a:solidFill>
              </a:rPr>
              <a:t>on</a:t>
            </a:r>
            <a:r>
              <a:rPr lang="en-US" sz="2400" smtClean="0">
                <a:solidFill>
                  <a:schemeClr val="tx2"/>
                </a:solidFill>
              </a:rPr>
              <a:t>ly for those interested!</a:t>
            </a:r>
            <a:r>
              <a:rPr lang="en-US" sz="2400" smtClean="0">
                <a:solidFill>
                  <a:schemeClr val="tx2"/>
                </a:solidFill>
              </a:rPr>
              <a:t> 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7024" y="2052499"/>
            <a:ext cx="7663542" cy="823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buClr>
                <a:schemeClr val="tx1"/>
              </a:buClr>
              <a:tabLst>
                <a:tab pos="723900" algn="l"/>
                <a:tab pos="5384800" algn="l"/>
              </a:tabLst>
            </a:pPr>
            <a:r>
              <a:rPr lang="en-US" altLang="en-US" sz="2000" smtClean="0">
                <a:cs typeface="Times New Roman" pitchFamily="18" charset="0"/>
              </a:rPr>
              <a:t>Since T(n-1</a:t>
            </a:r>
            <a:r>
              <a:rPr lang="en-US" altLang="en-US" sz="2000">
                <a:cs typeface="Times New Roman" pitchFamily="18" charset="0"/>
              </a:rPr>
              <a:t>) </a:t>
            </a:r>
            <a:r>
              <a:rPr lang="en-US" altLang="en-US" sz="2000">
                <a:cs typeface="Times New Roman" pitchFamily="18" charset="0"/>
              </a:rPr>
              <a:t>= </a:t>
            </a:r>
            <a:r>
              <a:rPr lang="en-US" altLang="en-US" sz="2000" smtClean="0">
                <a:cs typeface="Times New Roman" pitchFamily="18" charset="0"/>
              </a:rPr>
              <a:t>1+ 2 T(n-2</a:t>
            </a:r>
            <a:r>
              <a:rPr lang="en-US" altLang="en-US" sz="2000">
                <a:cs typeface="Times New Roman" pitchFamily="18" charset="0"/>
              </a:rPr>
              <a:t>) </a:t>
            </a:r>
            <a:r>
              <a:rPr lang="en-US" altLang="en-US" sz="2000" smtClean="0">
                <a:cs typeface="Times New Roman" pitchFamily="18" charset="0"/>
              </a:rPr>
              <a:t>    </a:t>
            </a:r>
            <a:r>
              <a:rPr lang="en-US" altLang="en-US" sz="2000">
                <a:cs typeface="Times New Roman" pitchFamily="18" charset="0"/>
              </a:rPr>
              <a:t>(subs n-1 for n in </a:t>
            </a:r>
            <a:r>
              <a:rPr lang="en-US" altLang="en-US" sz="2000">
                <a:cs typeface="Times New Roman" pitchFamily="18" charset="0"/>
              </a:rPr>
              <a:t>equation </a:t>
            </a:r>
            <a:r>
              <a:rPr lang="en-US" altLang="en-US" sz="2000" smtClean="0">
                <a:cs typeface="Times New Roman" pitchFamily="18" charset="0"/>
              </a:rPr>
              <a:t>(1))</a:t>
            </a:r>
            <a:endParaRPr lang="en-US" altLang="en-US" sz="2000">
              <a:cs typeface="Times New Roman" pitchFamily="18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  <a:tabLst>
                <a:tab pos="723900" algn="l"/>
                <a:tab pos="5384800" algn="l"/>
              </a:tabLst>
            </a:pPr>
            <a:r>
              <a:rPr lang="en-US" altLang="en-US" sz="2000" smtClean="0">
                <a:cs typeface="Times New Roman" pitchFamily="18" charset="0"/>
              </a:rPr>
              <a:t>we </a:t>
            </a:r>
            <a:r>
              <a:rPr lang="en-US" altLang="en-US" sz="2000">
                <a:cs typeface="Times New Roman" pitchFamily="18" charset="0"/>
              </a:rPr>
              <a:t>get</a:t>
            </a:r>
            <a:r>
              <a:rPr lang="en-US" altLang="en-US" sz="2000" smtClean="0">
                <a:cs typeface="Times New Roman" pitchFamily="18" charset="0"/>
              </a:rPr>
              <a:t>,</a:t>
            </a:r>
            <a:endParaRPr lang="en-US" altLang="en-US" sz="2000"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6993" y="1359378"/>
            <a:ext cx="7603604" cy="36933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en-US">
                <a:cs typeface="Times New Roman" pitchFamily="18" charset="0"/>
              </a:rPr>
              <a:t>T(n) = 1  + 2T(n-1)                                                               (</a:t>
            </a:r>
            <a:r>
              <a:rPr lang="en-US" altLang="en-US">
                <a:cs typeface="Times New Roman" pitchFamily="18" charset="0"/>
              </a:rPr>
              <a:t>1</a:t>
            </a:r>
            <a:r>
              <a:rPr lang="en-US" altLang="en-US" smtClean="0">
                <a:cs typeface="Times New Roman" pitchFamily="18" charset="0"/>
              </a:rPr>
              <a:t>)</a:t>
            </a:r>
            <a:endParaRPr lang="en-US" altLang="en-US"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6993" y="6262023"/>
            <a:ext cx="3608680" cy="36933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en-US" altLang="en-US" smtClean="0">
                <a:cs typeface="Times New Roman" pitchFamily="18" charset="0"/>
              </a:rPr>
              <a:t>Can you see a pattern emerging?</a:t>
            </a:r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176993" y="3243943"/>
            <a:ext cx="7813121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900"/>
              </a:spcBef>
              <a:buClr>
                <a:schemeClr val="tx1"/>
              </a:buClr>
              <a:tabLst>
                <a:tab pos="723900" algn="l"/>
                <a:tab pos="5384800" algn="l"/>
              </a:tabLst>
            </a:pPr>
            <a:r>
              <a:rPr lang="en-US" altLang="en-US">
                <a:cs typeface="Times New Roman" pitchFamily="18" charset="0"/>
              </a:rPr>
              <a:t>T(n) = 1 + 2(1+2T(n-2)) = 1 + 2 + 4 T (n-2)                     (</a:t>
            </a:r>
            <a:r>
              <a:rPr lang="en-US" altLang="en-US">
                <a:cs typeface="Times New Roman" pitchFamily="18" charset="0"/>
              </a:rPr>
              <a:t>2</a:t>
            </a:r>
            <a:r>
              <a:rPr lang="en-US" altLang="en-US" smtClean="0">
                <a:cs typeface="Times New Roman" pitchFamily="18" charset="0"/>
              </a:rPr>
              <a:t>)</a:t>
            </a:r>
            <a:endParaRPr lang="en-US" altLang="en-US"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7024" y="3984171"/>
            <a:ext cx="8409147" cy="2100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900"/>
              </a:spcBef>
              <a:buClr>
                <a:schemeClr val="tx1"/>
              </a:buClr>
              <a:tabLst>
                <a:tab pos="723900" algn="l"/>
                <a:tab pos="5384800" algn="l"/>
              </a:tabLst>
            </a:pPr>
            <a:r>
              <a:rPr lang="en-US" altLang="en-US">
                <a:cs typeface="Times New Roman" pitchFamily="18" charset="0"/>
              </a:rPr>
              <a:t>Similarly, since T(n-2) = 1 + 2T (n-3)  (equation (1)  again)</a:t>
            </a:r>
          </a:p>
          <a:p>
            <a:pPr>
              <a:spcBef>
                <a:spcPts val="900"/>
              </a:spcBef>
              <a:buClr>
                <a:schemeClr val="tx1"/>
              </a:buClr>
              <a:tabLst>
                <a:tab pos="723900" algn="l"/>
                <a:tab pos="5384800" algn="l"/>
              </a:tabLst>
            </a:pPr>
            <a:r>
              <a:rPr lang="en-US" altLang="en-US">
                <a:cs typeface="Times New Roman" pitchFamily="18" charset="0"/>
              </a:rPr>
              <a:t>we get </a:t>
            </a:r>
          </a:p>
          <a:p>
            <a:pPr>
              <a:spcBef>
                <a:spcPts val="900"/>
              </a:spcBef>
              <a:buClr>
                <a:schemeClr val="tx1"/>
              </a:buClr>
              <a:tabLst>
                <a:tab pos="723900" algn="l"/>
                <a:tab pos="5384800" algn="l"/>
              </a:tabLst>
            </a:pPr>
            <a:endParaRPr lang="en-US" altLang="en-US">
              <a:cs typeface="Times New Roman" pitchFamily="18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  <a:tabLst>
                <a:tab pos="723900" algn="l"/>
                <a:tab pos="5384800" algn="l"/>
              </a:tabLst>
            </a:pPr>
            <a:r>
              <a:rPr lang="en-US" altLang="en-US">
                <a:cs typeface="Times New Roman" pitchFamily="18" charset="0"/>
              </a:rPr>
              <a:t>T(n) = 1 + 2 + 4(1+2 T(n-3)) = 1+ 2 + 4 + 8 T(n-3)    (by the equation above into equation (2))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2350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463" y="492987"/>
            <a:ext cx="8217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tx2"/>
                </a:solidFill>
              </a:rPr>
              <a:t>Proof that T(n) = </a:t>
            </a:r>
            <a:r>
              <a:rPr lang="en-US" sz="3600" smtClean="0">
                <a:solidFill>
                  <a:schemeClr val="tx2"/>
                </a:solidFill>
              </a:rPr>
              <a:t>2n </a:t>
            </a:r>
            <a:r>
              <a:rPr lang="en-US" sz="3600" smtClean="0">
                <a:solidFill>
                  <a:schemeClr val="tx2"/>
                </a:solidFill>
              </a:rPr>
              <a:t>– 1, contd. 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497" y="2103681"/>
            <a:ext cx="3608680" cy="36933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en-US" altLang="en-US" smtClean="0">
                <a:cs typeface="Times New Roman" pitchFamily="18" charset="0"/>
              </a:rPr>
              <a:t>Can you see a pattern emerging?</a:t>
            </a:r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33463" y="1139318"/>
            <a:ext cx="8409147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900"/>
              </a:spcBef>
              <a:buClr>
                <a:schemeClr val="tx1"/>
              </a:buClr>
              <a:tabLst>
                <a:tab pos="723900" algn="l"/>
                <a:tab pos="5384800" algn="l"/>
              </a:tabLst>
            </a:pPr>
            <a:endParaRPr lang="en-US" altLang="en-US">
              <a:cs typeface="Times New Roman" pitchFamily="18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  <a:tabLst>
                <a:tab pos="723900" algn="l"/>
                <a:tab pos="5384800" algn="l"/>
              </a:tabLst>
            </a:pPr>
            <a:r>
              <a:rPr lang="en-US" altLang="en-US">
                <a:cs typeface="Times New Roman" pitchFamily="18" charset="0"/>
              </a:rPr>
              <a:t>T(n) = 1 + 2 + 4(1+2 T(n-3)) = 1+ 2 + 4 + </a:t>
            </a:r>
            <a:r>
              <a:rPr lang="en-US" altLang="en-US">
                <a:cs typeface="Times New Roman" pitchFamily="18" charset="0"/>
              </a:rPr>
              <a:t>8 </a:t>
            </a:r>
            <a:r>
              <a:rPr lang="en-US" altLang="en-US" smtClean="0">
                <a:cs typeface="Times New Roman" pitchFamily="18" charset="0"/>
              </a:rPr>
              <a:t>T(n-3)</a:t>
            </a:r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46497" y="2881032"/>
            <a:ext cx="8409147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900"/>
              </a:spcBef>
              <a:buClr>
                <a:schemeClr val="tx1"/>
              </a:buClr>
              <a:tabLst>
                <a:tab pos="723900" algn="l"/>
                <a:tab pos="5384800" algn="l"/>
              </a:tabLst>
            </a:pPr>
            <a:r>
              <a:rPr lang="en-US" altLang="en-US" smtClean="0">
                <a:cs typeface="Times New Roman" pitchFamily="18" charset="0"/>
              </a:rPr>
              <a:t>If we keep going in this way we will get :</a:t>
            </a:r>
            <a:endParaRPr lang="en-US" altLang="en-US">
              <a:cs typeface="Times New Roman" pitchFamily="18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  <a:tabLst>
                <a:tab pos="723900" algn="l"/>
                <a:tab pos="5384800" algn="l"/>
              </a:tabLst>
            </a:pPr>
            <a:r>
              <a:rPr lang="en-US" altLang="en-US">
                <a:cs typeface="Times New Roman" pitchFamily="18" charset="0"/>
              </a:rPr>
              <a:t>T(n) </a:t>
            </a:r>
            <a:r>
              <a:rPr lang="en-US" altLang="en-US">
                <a:cs typeface="Times New Roman" pitchFamily="18" charset="0"/>
              </a:rPr>
              <a:t>= </a:t>
            </a:r>
            <a:r>
              <a:rPr lang="en-US" altLang="en-US" smtClean="0">
                <a:cs typeface="Times New Roman" pitchFamily="18" charset="0"/>
              </a:rPr>
              <a:t>1</a:t>
            </a:r>
            <a:r>
              <a:rPr lang="en-US" altLang="en-US">
                <a:cs typeface="Times New Roman" pitchFamily="18" charset="0"/>
              </a:rPr>
              <a:t>+ 2 + 4 + </a:t>
            </a:r>
            <a:r>
              <a:rPr lang="en-US" altLang="en-US">
                <a:cs typeface="Times New Roman" pitchFamily="18" charset="0"/>
              </a:rPr>
              <a:t>8 </a:t>
            </a:r>
            <a:r>
              <a:rPr lang="en-US" altLang="en-US" smtClean="0">
                <a:cs typeface="Times New Roman" pitchFamily="18" charset="0"/>
              </a:rPr>
              <a:t> + 16 + … + 2</a:t>
            </a:r>
            <a:r>
              <a:rPr lang="en-US" altLang="en-US" baseline="30000" smtClean="0">
                <a:cs typeface="Times New Roman" pitchFamily="18" charset="0"/>
              </a:rPr>
              <a:t>n-1</a:t>
            </a:r>
            <a:r>
              <a:rPr lang="en-US" altLang="en-US" smtClean="0">
                <a:cs typeface="Times New Roman" pitchFamily="18" charset="0"/>
              </a:rPr>
              <a:t>T(n-(n-1))</a:t>
            </a:r>
          </a:p>
          <a:p>
            <a:pPr>
              <a:spcBef>
                <a:spcPts val="900"/>
              </a:spcBef>
              <a:buClr>
                <a:schemeClr val="tx1"/>
              </a:buClr>
              <a:tabLst>
                <a:tab pos="723900" algn="l"/>
                <a:tab pos="5384800" algn="l"/>
              </a:tabLst>
            </a:pPr>
            <a:r>
              <a:rPr lang="en-US">
                <a:cs typeface="Times New Roman" pitchFamily="18" charset="0"/>
              </a:rPr>
              <a:t> </a:t>
            </a:r>
            <a:r>
              <a:rPr lang="en-US" smtClean="0">
                <a:cs typeface="Times New Roman" pitchFamily="18" charset="0"/>
              </a:rPr>
              <a:t>       = 1 + 2 + 4 + 8 + ….. + </a:t>
            </a:r>
            <a:r>
              <a:rPr lang="en-US" altLang="en-US" smtClean="0">
                <a:cs typeface="Times New Roman" pitchFamily="18" charset="0"/>
              </a:rPr>
              <a:t>2</a:t>
            </a:r>
            <a:r>
              <a:rPr lang="en-US" altLang="en-US" baseline="30000" smtClean="0">
                <a:cs typeface="Times New Roman" pitchFamily="18" charset="0"/>
              </a:rPr>
              <a:t>n-1</a:t>
            </a:r>
          </a:p>
          <a:p>
            <a:pPr>
              <a:spcBef>
                <a:spcPts val="900"/>
              </a:spcBef>
              <a:buClr>
                <a:schemeClr val="tx1"/>
              </a:buClr>
              <a:tabLst>
                <a:tab pos="723900" algn="l"/>
                <a:tab pos="5384800" algn="l"/>
              </a:tabLst>
            </a:pPr>
            <a:r>
              <a:rPr lang="en-US" baseline="30000">
                <a:cs typeface="Times New Roman" pitchFamily="18" charset="0"/>
              </a:rPr>
              <a:t> </a:t>
            </a:r>
            <a:r>
              <a:rPr lang="en-US" baseline="30000" smtClean="0">
                <a:cs typeface="Times New Roman" pitchFamily="18" charset="0"/>
              </a:rPr>
              <a:t>          =</a:t>
            </a:r>
            <a:r>
              <a:rPr lang="en-US" smtClean="0">
                <a:cs typeface="Times New Roman" pitchFamily="18" charset="0"/>
              </a:rPr>
              <a:t>  2</a:t>
            </a:r>
            <a:r>
              <a:rPr lang="en-US" baseline="30000" smtClean="0">
                <a:cs typeface="Times New Roman" pitchFamily="18" charset="0"/>
              </a:rPr>
              <a:t>n</a:t>
            </a:r>
            <a:r>
              <a:rPr lang="en-US" smtClean="0">
                <a:cs typeface="Times New Roman" pitchFamily="18" charset="0"/>
              </a:rPr>
              <a:t> - 1</a:t>
            </a:r>
            <a:endParaRPr lang="en-GB" baseline="30000"/>
          </a:p>
        </p:txBody>
      </p:sp>
      <p:sp>
        <p:nvSpPr>
          <p:cNvPr id="11" name="Rectangle 10"/>
          <p:cNvSpPr/>
          <p:nvPr/>
        </p:nvSpPr>
        <p:spPr>
          <a:xfrm>
            <a:off x="46497" y="5064595"/>
            <a:ext cx="8507457" cy="92333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en-US" altLang="en-US" smtClean="0">
                <a:cs typeface="Times New Roman" pitchFamily="18" charset="0"/>
              </a:rPr>
              <a:t>This comes from the fact that the sum of the powers of  2 from 1 to 2</a:t>
            </a:r>
            <a:r>
              <a:rPr lang="en-US" altLang="en-US" baseline="30000" smtClean="0">
                <a:cs typeface="Times New Roman" pitchFamily="18" charset="0"/>
              </a:rPr>
              <a:t>n-1</a:t>
            </a:r>
            <a:r>
              <a:rPr lang="en-US" altLang="en-US" smtClean="0">
                <a:cs typeface="Times New Roman" pitchFamily="18" charset="0"/>
              </a:rPr>
              <a:t> is 2</a:t>
            </a:r>
            <a:r>
              <a:rPr lang="en-US" altLang="en-US" baseline="30000" smtClean="0">
                <a:cs typeface="Times New Roman" pitchFamily="18" charset="0"/>
              </a:rPr>
              <a:t>n</a:t>
            </a:r>
            <a:r>
              <a:rPr lang="en-US" altLang="en-US" smtClean="0">
                <a:cs typeface="Times New Roman" pitchFamily="18" charset="0"/>
              </a:rPr>
              <a:t> – 1.</a:t>
            </a:r>
          </a:p>
          <a:p>
            <a:endParaRPr lang="en-US">
              <a:cs typeface="Times New Roman" pitchFamily="18" charset="0"/>
            </a:endParaRPr>
          </a:p>
          <a:p>
            <a:r>
              <a:rPr lang="en-US" smtClean="0">
                <a:cs typeface="Times New Roman" pitchFamily="18" charset="0"/>
              </a:rPr>
              <a:t>Try this formula out for a few values of (positive integer) n, to check it works!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41853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268</TotalTime>
  <Words>673</Words>
  <Application>Microsoft Office PowerPoint</Application>
  <PresentationFormat>On-screen Show (4:3)</PresentationFormat>
  <Paragraphs>118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Clarity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Glasgow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Alice Miller</dc:creator>
  <cp:lastModifiedBy>Alice Miller</cp:lastModifiedBy>
  <cp:revision>23</cp:revision>
  <dcterms:created xsi:type="dcterms:W3CDTF">2020-01-21T12:03:07Z</dcterms:created>
  <dcterms:modified xsi:type="dcterms:W3CDTF">2020-01-21T15:29:32Z</dcterms:modified>
</cp:coreProperties>
</file>